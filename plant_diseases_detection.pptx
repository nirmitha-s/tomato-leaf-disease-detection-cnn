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85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84" r:id="rId8"/>
    <p:sldId id="285" r:id="rId9"/>
    <p:sldId id="273" r:id="rId10"/>
    <p:sldId id="286" r:id="rId11"/>
    <p:sldId id="287" r:id="rId12"/>
    <p:sldId id="288" r:id="rId13"/>
    <p:sldId id="279" r:id="rId14"/>
    <p:sldId id="278" r:id="rId15"/>
    <p:sldId id="283" r:id="rId16"/>
    <p:sldId id="266" r:id="rId17"/>
    <p:sldId id="267" r:id="rId18"/>
    <p:sldId id="268" r:id="rId19"/>
  </p:sldIdLst>
  <p:sldSz cx="9144000" cy="5149850"/>
  <p:notesSz cx="9144000" cy="51498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70" userDrawn="1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03" autoAdjust="0"/>
    <p:restoredTop sz="89627" autoAdjust="0"/>
  </p:normalViewPr>
  <p:slideViewPr>
    <p:cSldViewPr>
      <p:cViewPr varScale="1">
        <p:scale>
          <a:sx n="98" d="100"/>
          <a:sy n="98" d="100"/>
        </p:scale>
        <p:origin x="931" y="58"/>
      </p:cViewPr>
      <p:guideLst>
        <p:guide orient="horz" pos="287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5F3A5B-1CF1-4CA7-B078-B6EEEE557C61}" type="doc">
      <dgm:prSet loTypeId="urn:microsoft.com/office/officeart/2005/8/layout/hProcess10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1E717F83-9767-4121-A909-A56DD054C518}">
      <dgm:prSet/>
      <dgm:spPr/>
      <dgm:t>
        <a:bodyPr/>
        <a:lstStyle/>
        <a:p>
          <a:r>
            <a:rPr lang="en-IN"/>
            <a:t>[ Start ]</a:t>
          </a:r>
        </a:p>
      </dgm:t>
    </dgm:pt>
    <dgm:pt modelId="{AB502B6D-EDA7-44F7-ACC6-0C81C15B89C0}" type="parTrans" cxnId="{1A114DBA-A87B-4A28-8E24-DD54921790F0}">
      <dgm:prSet/>
      <dgm:spPr/>
      <dgm:t>
        <a:bodyPr/>
        <a:lstStyle/>
        <a:p>
          <a:endParaRPr lang="en-IN"/>
        </a:p>
      </dgm:t>
    </dgm:pt>
    <dgm:pt modelId="{BE10F685-B7D9-4105-BAC9-E2E30BDC6323}" type="sibTrans" cxnId="{1A114DBA-A87B-4A28-8E24-DD54921790F0}">
      <dgm:prSet/>
      <dgm:spPr/>
      <dgm:t>
        <a:bodyPr/>
        <a:lstStyle/>
        <a:p>
          <a:endParaRPr lang="en-IN"/>
        </a:p>
      </dgm:t>
    </dgm:pt>
    <dgm:pt modelId="{DD908D13-6FB2-40AF-BEAF-AB6480617FA0}">
      <dgm:prSet/>
      <dgm:spPr/>
      <dgm:t>
        <a:bodyPr/>
        <a:lstStyle/>
        <a:p>
          <a:r>
            <a:rPr lang="en-IN"/>
            <a:t>↓</a:t>
          </a:r>
        </a:p>
      </dgm:t>
    </dgm:pt>
    <dgm:pt modelId="{DC1B4A2C-3548-41EF-A3AB-F15FD2EDDEEA}" type="parTrans" cxnId="{959CC22D-5489-4EEA-93D3-149C304E895A}">
      <dgm:prSet/>
      <dgm:spPr/>
      <dgm:t>
        <a:bodyPr/>
        <a:lstStyle/>
        <a:p>
          <a:endParaRPr lang="en-IN"/>
        </a:p>
      </dgm:t>
    </dgm:pt>
    <dgm:pt modelId="{FF2DD8B6-F8E4-44A3-94D2-6E650EFAF34B}" type="sibTrans" cxnId="{959CC22D-5489-4EEA-93D3-149C304E895A}">
      <dgm:prSet/>
      <dgm:spPr/>
      <dgm:t>
        <a:bodyPr/>
        <a:lstStyle/>
        <a:p>
          <a:endParaRPr lang="en-IN"/>
        </a:p>
      </dgm:t>
    </dgm:pt>
    <dgm:pt modelId="{8DA414F0-FEBC-48A2-9A6B-5253E2843317}">
      <dgm:prSet/>
      <dgm:spPr/>
      <dgm:t>
        <a:bodyPr/>
        <a:lstStyle/>
        <a:p>
          <a:r>
            <a:rPr lang="en-IN"/>
            <a:t>[ Image Acquisition ]</a:t>
          </a:r>
        </a:p>
      </dgm:t>
    </dgm:pt>
    <dgm:pt modelId="{D8C8006E-674F-429C-8AD4-6702A6164065}" type="parTrans" cxnId="{87AB7393-2BF4-4054-9358-F407013EC800}">
      <dgm:prSet/>
      <dgm:spPr/>
      <dgm:t>
        <a:bodyPr/>
        <a:lstStyle/>
        <a:p>
          <a:endParaRPr lang="en-IN"/>
        </a:p>
      </dgm:t>
    </dgm:pt>
    <dgm:pt modelId="{FD903C6A-B79E-4950-BD39-102B00BCDD4E}" type="sibTrans" cxnId="{87AB7393-2BF4-4054-9358-F407013EC800}">
      <dgm:prSet/>
      <dgm:spPr/>
      <dgm:t>
        <a:bodyPr/>
        <a:lstStyle/>
        <a:p>
          <a:endParaRPr lang="en-IN"/>
        </a:p>
      </dgm:t>
    </dgm:pt>
    <dgm:pt modelId="{899AF7C9-DF19-4A1E-B748-F218DDDB1C73}">
      <dgm:prSet/>
      <dgm:spPr/>
      <dgm:t>
        <a:bodyPr/>
        <a:lstStyle/>
        <a:p>
          <a:r>
            <a:rPr lang="en-IN"/>
            <a:t>↓</a:t>
          </a:r>
        </a:p>
      </dgm:t>
    </dgm:pt>
    <dgm:pt modelId="{F2DF86BA-10CC-4F2B-A16F-86926A49048F}" type="parTrans" cxnId="{879DE543-F264-4274-805B-19C022441802}">
      <dgm:prSet/>
      <dgm:spPr/>
      <dgm:t>
        <a:bodyPr/>
        <a:lstStyle/>
        <a:p>
          <a:endParaRPr lang="en-IN"/>
        </a:p>
      </dgm:t>
    </dgm:pt>
    <dgm:pt modelId="{7DF244F2-F50F-4B82-971C-FC10BCA0BB64}" type="sibTrans" cxnId="{879DE543-F264-4274-805B-19C022441802}">
      <dgm:prSet/>
      <dgm:spPr/>
      <dgm:t>
        <a:bodyPr/>
        <a:lstStyle/>
        <a:p>
          <a:endParaRPr lang="en-IN"/>
        </a:p>
      </dgm:t>
    </dgm:pt>
    <dgm:pt modelId="{4BDFA33F-9366-488B-9401-1DFD46B61857}">
      <dgm:prSet/>
      <dgm:spPr/>
      <dgm:t>
        <a:bodyPr/>
        <a:lstStyle/>
        <a:p>
          <a:r>
            <a:rPr lang="en-IN"/>
            <a:t>[ Preprocessing ]</a:t>
          </a:r>
        </a:p>
      </dgm:t>
    </dgm:pt>
    <dgm:pt modelId="{678A7ED2-FAED-4C8F-8B8B-6D16FA6744C0}" type="parTrans" cxnId="{EB575B2A-F40D-4AFD-9F14-1E63A90BA34E}">
      <dgm:prSet/>
      <dgm:spPr/>
      <dgm:t>
        <a:bodyPr/>
        <a:lstStyle/>
        <a:p>
          <a:endParaRPr lang="en-IN"/>
        </a:p>
      </dgm:t>
    </dgm:pt>
    <dgm:pt modelId="{77317E61-0EB5-4C5C-8DDB-DF5164F3F90A}" type="sibTrans" cxnId="{EB575B2A-F40D-4AFD-9F14-1E63A90BA34E}">
      <dgm:prSet/>
      <dgm:spPr/>
      <dgm:t>
        <a:bodyPr/>
        <a:lstStyle/>
        <a:p>
          <a:endParaRPr lang="en-IN"/>
        </a:p>
      </dgm:t>
    </dgm:pt>
    <dgm:pt modelId="{F8EACE15-BAAB-4EEF-BD75-9FD2863E9636}">
      <dgm:prSet/>
      <dgm:spPr/>
      <dgm:t>
        <a:bodyPr/>
        <a:lstStyle/>
        <a:p>
          <a:r>
            <a:rPr lang="en-IN"/>
            <a:t>↓</a:t>
          </a:r>
        </a:p>
      </dgm:t>
    </dgm:pt>
    <dgm:pt modelId="{18BD23D1-F04E-4A55-831F-ADB1363307A7}" type="parTrans" cxnId="{453E1C9C-8959-4B5A-80C9-227545C3A598}">
      <dgm:prSet/>
      <dgm:spPr/>
      <dgm:t>
        <a:bodyPr/>
        <a:lstStyle/>
        <a:p>
          <a:endParaRPr lang="en-IN"/>
        </a:p>
      </dgm:t>
    </dgm:pt>
    <dgm:pt modelId="{CE5A3130-4ADD-4801-82B0-465DF83DBCDE}" type="sibTrans" cxnId="{453E1C9C-8959-4B5A-80C9-227545C3A598}">
      <dgm:prSet/>
      <dgm:spPr/>
      <dgm:t>
        <a:bodyPr/>
        <a:lstStyle/>
        <a:p>
          <a:endParaRPr lang="en-IN"/>
        </a:p>
      </dgm:t>
    </dgm:pt>
    <dgm:pt modelId="{33F88811-8C25-46D7-8364-BB86BDB18F34}">
      <dgm:prSet/>
      <dgm:spPr/>
      <dgm:t>
        <a:bodyPr/>
        <a:lstStyle/>
        <a:p>
          <a:r>
            <a:rPr lang="en-IN"/>
            <a:t>[ CNN Model ]</a:t>
          </a:r>
        </a:p>
      </dgm:t>
    </dgm:pt>
    <dgm:pt modelId="{66C85A83-B9C2-4EA2-A824-72C0B38D0AE5}" type="parTrans" cxnId="{D74C627C-6BC9-4BD1-9795-F11193C4A05C}">
      <dgm:prSet/>
      <dgm:spPr/>
      <dgm:t>
        <a:bodyPr/>
        <a:lstStyle/>
        <a:p>
          <a:endParaRPr lang="en-IN"/>
        </a:p>
      </dgm:t>
    </dgm:pt>
    <dgm:pt modelId="{9B61F9DC-8D6E-4D82-99B7-3F2431342BDB}" type="sibTrans" cxnId="{D74C627C-6BC9-4BD1-9795-F11193C4A05C}">
      <dgm:prSet/>
      <dgm:spPr/>
      <dgm:t>
        <a:bodyPr/>
        <a:lstStyle/>
        <a:p>
          <a:endParaRPr lang="en-IN"/>
        </a:p>
      </dgm:t>
    </dgm:pt>
    <dgm:pt modelId="{249070E9-48C0-445D-A488-9F10DE27572E}">
      <dgm:prSet/>
      <dgm:spPr/>
      <dgm:t>
        <a:bodyPr/>
        <a:lstStyle/>
        <a:p>
          <a:r>
            <a:rPr lang="en-IN"/>
            <a:t>↓</a:t>
          </a:r>
        </a:p>
      </dgm:t>
    </dgm:pt>
    <dgm:pt modelId="{81734BEF-8E56-4517-A1A2-82BE54E07208}" type="parTrans" cxnId="{CBD2373F-77AD-47D8-9F15-52F60AA4F5E2}">
      <dgm:prSet/>
      <dgm:spPr/>
      <dgm:t>
        <a:bodyPr/>
        <a:lstStyle/>
        <a:p>
          <a:endParaRPr lang="en-IN"/>
        </a:p>
      </dgm:t>
    </dgm:pt>
    <dgm:pt modelId="{EBCB093E-573E-41F0-896F-710D68639E3F}" type="sibTrans" cxnId="{CBD2373F-77AD-47D8-9F15-52F60AA4F5E2}">
      <dgm:prSet/>
      <dgm:spPr/>
      <dgm:t>
        <a:bodyPr/>
        <a:lstStyle/>
        <a:p>
          <a:endParaRPr lang="en-IN"/>
        </a:p>
      </dgm:t>
    </dgm:pt>
    <dgm:pt modelId="{27C26E1B-EF9C-491B-93B9-B9B844467AD9}">
      <dgm:prSet/>
      <dgm:spPr/>
      <dgm:t>
        <a:bodyPr/>
        <a:lstStyle/>
        <a:p>
          <a:r>
            <a:rPr lang="en-IN"/>
            <a:t>[ Prediction ]</a:t>
          </a:r>
        </a:p>
      </dgm:t>
    </dgm:pt>
    <dgm:pt modelId="{12378069-DABB-4E83-BA0A-B35799CA4187}" type="parTrans" cxnId="{1D0F0AA7-3A76-4060-A22E-F8CE063A900B}">
      <dgm:prSet/>
      <dgm:spPr/>
      <dgm:t>
        <a:bodyPr/>
        <a:lstStyle/>
        <a:p>
          <a:endParaRPr lang="en-IN"/>
        </a:p>
      </dgm:t>
    </dgm:pt>
    <dgm:pt modelId="{C70EFBF4-1C14-4788-A4D7-CCA012DEF490}" type="sibTrans" cxnId="{1D0F0AA7-3A76-4060-A22E-F8CE063A900B}">
      <dgm:prSet/>
      <dgm:spPr/>
      <dgm:t>
        <a:bodyPr/>
        <a:lstStyle/>
        <a:p>
          <a:endParaRPr lang="en-IN"/>
        </a:p>
      </dgm:t>
    </dgm:pt>
    <dgm:pt modelId="{ECCB9D5B-DAF3-4287-8B1C-CAB9E77802FC}">
      <dgm:prSet/>
      <dgm:spPr/>
      <dgm:t>
        <a:bodyPr/>
        <a:lstStyle/>
        <a:p>
          <a:r>
            <a:rPr lang="en-IN"/>
            <a:t>↓</a:t>
          </a:r>
        </a:p>
      </dgm:t>
    </dgm:pt>
    <dgm:pt modelId="{641D4620-77CC-4E4E-B611-C17B7431F468}" type="parTrans" cxnId="{9EB4BA18-B361-43CB-A8B2-293D32DDB453}">
      <dgm:prSet/>
      <dgm:spPr/>
      <dgm:t>
        <a:bodyPr/>
        <a:lstStyle/>
        <a:p>
          <a:endParaRPr lang="en-IN"/>
        </a:p>
      </dgm:t>
    </dgm:pt>
    <dgm:pt modelId="{B76AB510-EB01-4431-8C2C-DCB9E172819F}" type="sibTrans" cxnId="{9EB4BA18-B361-43CB-A8B2-293D32DDB453}">
      <dgm:prSet/>
      <dgm:spPr/>
      <dgm:t>
        <a:bodyPr/>
        <a:lstStyle/>
        <a:p>
          <a:endParaRPr lang="en-IN"/>
        </a:p>
      </dgm:t>
    </dgm:pt>
    <dgm:pt modelId="{2124A3F1-3E0C-49C8-A9DD-CE83ACD79A32}">
      <dgm:prSet/>
      <dgm:spPr/>
      <dgm:t>
        <a:bodyPr/>
        <a:lstStyle/>
        <a:p>
          <a:r>
            <a:rPr lang="en-IN"/>
            <a:t>[ Solution Recommendation ]</a:t>
          </a:r>
        </a:p>
      </dgm:t>
    </dgm:pt>
    <dgm:pt modelId="{CC38AE98-4C9B-41FE-AF68-FA61B26D2FA3}" type="parTrans" cxnId="{33C5C7D8-1684-4FEE-A713-7BA3F5FEC8F0}">
      <dgm:prSet/>
      <dgm:spPr/>
      <dgm:t>
        <a:bodyPr/>
        <a:lstStyle/>
        <a:p>
          <a:endParaRPr lang="en-IN"/>
        </a:p>
      </dgm:t>
    </dgm:pt>
    <dgm:pt modelId="{4B2D2DA1-A3E9-4D48-8D4E-F5A54D4A145B}" type="sibTrans" cxnId="{33C5C7D8-1684-4FEE-A713-7BA3F5FEC8F0}">
      <dgm:prSet/>
      <dgm:spPr/>
      <dgm:t>
        <a:bodyPr/>
        <a:lstStyle/>
        <a:p>
          <a:endParaRPr lang="en-IN"/>
        </a:p>
      </dgm:t>
    </dgm:pt>
    <dgm:pt modelId="{B85541A4-DB0A-4384-8BF9-80AC98535C2B}">
      <dgm:prSet/>
      <dgm:spPr/>
      <dgm:t>
        <a:bodyPr/>
        <a:lstStyle/>
        <a:p>
          <a:r>
            <a:rPr lang="en-IN"/>
            <a:t>↓</a:t>
          </a:r>
        </a:p>
      </dgm:t>
    </dgm:pt>
    <dgm:pt modelId="{8BAE6652-A91C-436E-8E0B-D0721780ABC5}" type="parTrans" cxnId="{E1E6C16E-59F8-4A5D-BD78-4D049110FBB2}">
      <dgm:prSet/>
      <dgm:spPr/>
      <dgm:t>
        <a:bodyPr/>
        <a:lstStyle/>
        <a:p>
          <a:endParaRPr lang="en-IN"/>
        </a:p>
      </dgm:t>
    </dgm:pt>
    <dgm:pt modelId="{06A35BCE-49C2-4855-B878-EBFC38B415FA}" type="sibTrans" cxnId="{E1E6C16E-59F8-4A5D-BD78-4D049110FBB2}">
      <dgm:prSet/>
      <dgm:spPr/>
      <dgm:t>
        <a:bodyPr/>
        <a:lstStyle/>
        <a:p>
          <a:endParaRPr lang="en-IN"/>
        </a:p>
      </dgm:t>
    </dgm:pt>
    <dgm:pt modelId="{801D9486-9615-4351-9DE6-3861ACC717BC}">
      <dgm:prSet/>
      <dgm:spPr/>
      <dgm:t>
        <a:bodyPr/>
        <a:lstStyle/>
        <a:p>
          <a:r>
            <a:rPr lang="en-IN"/>
            <a:t>[ Web Interface: Display Results ]</a:t>
          </a:r>
        </a:p>
      </dgm:t>
    </dgm:pt>
    <dgm:pt modelId="{AC4D0AFA-3A8A-4373-AAC7-6FBD810DCECA}" type="parTrans" cxnId="{59742689-8802-489B-9EE6-1F94C4360E30}">
      <dgm:prSet/>
      <dgm:spPr/>
      <dgm:t>
        <a:bodyPr/>
        <a:lstStyle/>
        <a:p>
          <a:endParaRPr lang="en-IN"/>
        </a:p>
      </dgm:t>
    </dgm:pt>
    <dgm:pt modelId="{47012343-7EEC-4B99-B84F-61B837B3B81C}" type="sibTrans" cxnId="{59742689-8802-489B-9EE6-1F94C4360E30}">
      <dgm:prSet/>
      <dgm:spPr/>
      <dgm:t>
        <a:bodyPr/>
        <a:lstStyle/>
        <a:p>
          <a:endParaRPr lang="en-IN"/>
        </a:p>
      </dgm:t>
    </dgm:pt>
    <dgm:pt modelId="{AB797434-D7AF-419D-B097-B07DDCAE4EE6}">
      <dgm:prSet/>
      <dgm:spPr/>
      <dgm:t>
        <a:bodyPr/>
        <a:lstStyle/>
        <a:p>
          <a:r>
            <a:rPr lang="en-IN"/>
            <a:t>↓</a:t>
          </a:r>
        </a:p>
      </dgm:t>
    </dgm:pt>
    <dgm:pt modelId="{AE3ED071-5D29-4AC0-BF15-642BCD31F1BC}" type="parTrans" cxnId="{FF1458D6-D5E7-414D-A30A-5BCCBBC4EBA5}">
      <dgm:prSet/>
      <dgm:spPr/>
      <dgm:t>
        <a:bodyPr/>
        <a:lstStyle/>
        <a:p>
          <a:endParaRPr lang="en-IN"/>
        </a:p>
      </dgm:t>
    </dgm:pt>
    <dgm:pt modelId="{29674C87-F2FA-413B-B101-6258B77BE763}" type="sibTrans" cxnId="{FF1458D6-D5E7-414D-A30A-5BCCBBC4EBA5}">
      <dgm:prSet/>
      <dgm:spPr/>
      <dgm:t>
        <a:bodyPr/>
        <a:lstStyle/>
        <a:p>
          <a:endParaRPr lang="en-IN"/>
        </a:p>
      </dgm:t>
    </dgm:pt>
    <dgm:pt modelId="{95FB55FE-A57B-4276-8881-CED7737B26FB}">
      <dgm:prSet/>
      <dgm:spPr/>
      <dgm:t>
        <a:bodyPr/>
        <a:lstStyle/>
        <a:p>
          <a:r>
            <a:rPr lang="en-IN"/>
            <a:t>[ End ]</a:t>
          </a:r>
        </a:p>
      </dgm:t>
    </dgm:pt>
    <dgm:pt modelId="{19A30048-FC5D-4FEC-A235-789FFBC4DA9B}" type="parTrans" cxnId="{EDA7BA85-D1D5-43ED-8217-D1D1FFE29F35}">
      <dgm:prSet/>
      <dgm:spPr/>
      <dgm:t>
        <a:bodyPr/>
        <a:lstStyle/>
        <a:p>
          <a:endParaRPr lang="en-IN"/>
        </a:p>
      </dgm:t>
    </dgm:pt>
    <dgm:pt modelId="{1F6CDC36-8687-48D6-B0E7-EC693018E1FB}" type="sibTrans" cxnId="{EDA7BA85-D1D5-43ED-8217-D1D1FFE29F35}">
      <dgm:prSet/>
      <dgm:spPr/>
      <dgm:t>
        <a:bodyPr/>
        <a:lstStyle/>
        <a:p>
          <a:endParaRPr lang="en-IN"/>
        </a:p>
      </dgm:t>
    </dgm:pt>
    <dgm:pt modelId="{D7215BEF-8EEE-4785-A57E-58AFE1F3614D}" type="pres">
      <dgm:prSet presAssocID="{C65F3A5B-1CF1-4CA7-B078-B6EEEE557C61}" presName="Name0" presStyleCnt="0">
        <dgm:presLayoutVars>
          <dgm:dir/>
          <dgm:resizeHandles val="exact"/>
        </dgm:presLayoutVars>
      </dgm:prSet>
      <dgm:spPr/>
    </dgm:pt>
    <dgm:pt modelId="{B89D41C3-4117-4C70-9F21-89C351904EAF}" type="pres">
      <dgm:prSet presAssocID="{1E717F83-9767-4121-A909-A56DD054C518}" presName="composite" presStyleCnt="0"/>
      <dgm:spPr/>
    </dgm:pt>
    <dgm:pt modelId="{B9574806-A070-4778-8F60-BAFD66254F98}" type="pres">
      <dgm:prSet presAssocID="{1E717F83-9767-4121-A909-A56DD054C518}" presName="imagSh" presStyleLbl="bgImgPlace1" presStyleIdx="0" presStyleCnt="15"/>
      <dgm:spPr/>
    </dgm:pt>
    <dgm:pt modelId="{27D1EBB1-72CF-43B4-BFE6-1300EAB32544}" type="pres">
      <dgm:prSet presAssocID="{1E717F83-9767-4121-A909-A56DD054C518}" presName="txNode" presStyleLbl="node1" presStyleIdx="0" presStyleCnt="15">
        <dgm:presLayoutVars>
          <dgm:bulletEnabled val="1"/>
        </dgm:presLayoutVars>
      </dgm:prSet>
      <dgm:spPr/>
    </dgm:pt>
    <dgm:pt modelId="{F420D874-4F47-4E48-94F2-EDD113F62731}" type="pres">
      <dgm:prSet presAssocID="{BE10F685-B7D9-4105-BAC9-E2E30BDC6323}" presName="sibTrans" presStyleLbl="sibTrans2D1" presStyleIdx="0" presStyleCnt="14"/>
      <dgm:spPr/>
    </dgm:pt>
    <dgm:pt modelId="{78F901D1-9478-4A9F-BEB3-3D876B3F07AA}" type="pres">
      <dgm:prSet presAssocID="{BE10F685-B7D9-4105-BAC9-E2E30BDC6323}" presName="connTx" presStyleLbl="sibTrans2D1" presStyleIdx="0" presStyleCnt="14"/>
      <dgm:spPr/>
    </dgm:pt>
    <dgm:pt modelId="{CA32BF17-B16E-43BC-9EC1-F65A5E700B8B}" type="pres">
      <dgm:prSet presAssocID="{DD908D13-6FB2-40AF-BEAF-AB6480617FA0}" presName="composite" presStyleCnt="0"/>
      <dgm:spPr/>
    </dgm:pt>
    <dgm:pt modelId="{A5B5C62C-7EAF-461A-AEA1-B05BDE14E74A}" type="pres">
      <dgm:prSet presAssocID="{DD908D13-6FB2-40AF-BEAF-AB6480617FA0}" presName="imagSh" presStyleLbl="bgImgPlace1" presStyleIdx="1" presStyleCnt="15"/>
      <dgm:spPr/>
    </dgm:pt>
    <dgm:pt modelId="{9615D364-223C-4D85-B7D0-3DC30EBDAD73}" type="pres">
      <dgm:prSet presAssocID="{DD908D13-6FB2-40AF-BEAF-AB6480617FA0}" presName="txNode" presStyleLbl="node1" presStyleIdx="1" presStyleCnt="15">
        <dgm:presLayoutVars>
          <dgm:bulletEnabled val="1"/>
        </dgm:presLayoutVars>
      </dgm:prSet>
      <dgm:spPr/>
    </dgm:pt>
    <dgm:pt modelId="{7660FC2F-B335-46BF-9CA9-D752FFB61068}" type="pres">
      <dgm:prSet presAssocID="{FF2DD8B6-F8E4-44A3-94D2-6E650EFAF34B}" presName="sibTrans" presStyleLbl="sibTrans2D1" presStyleIdx="1" presStyleCnt="14"/>
      <dgm:spPr/>
    </dgm:pt>
    <dgm:pt modelId="{CF38BADE-F7AA-470C-A144-3A6039520BE0}" type="pres">
      <dgm:prSet presAssocID="{FF2DD8B6-F8E4-44A3-94D2-6E650EFAF34B}" presName="connTx" presStyleLbl="sibTrans2D1" presStyleIdx="1" presStyleCnt="14"/>
      <dgm:spPr/>
    </dgm:pt>
    <dgm:pt modelId="{C6ECCD46-90F4-4E79-8490-A19784DDB205}" type="pres">
      <dgm:prSet presAssocID="{8DA414F0-FEBC-48A2-9A6B-5253E2843317}" presName="composite" presStyleCnt="0"/>
      <dgm:spPr/>
    </dgm:pt>
    <dgm:pt modelId="{355826DC-F993-49F6-9B89-4185B4DC807F}" type="pres">
      <dgm:prSet presAssocID="{8DA414F0-FEBC-48A2-9A6B-5253E2843317}" presName="imagSh" presStyleLbl="bgImgPlace1" presStyleIdx="2" presStyleCnt="15"/>
      <dgm:spPr/>
    </dgm:pt>
    <dgm:pt modelId="{16D7144E-E944-4417-99FA-89574269D265}" type="pres">
      <dgm:prSet presAssocID="{8DA414F0-FEBC-48A2-9A6B-5253E2843317}" presName="txNode" presStyleLbl="node1" presStyleIdx="2" presStyleCnt="15">
        <dgm:presLayoutVars>
          <dgm:bulletEnabled val="1"/>
        </dgm:presLayoutVars>
      </dgm:prSet>
      <dgm:spPr/>
    </dgm:pt>
    <dgm:pt modelId="{BB531BFD-2A48-4F06-B3DE-C89A1AFFB64B}" type="pres">
      <dgm:prSet presAssocID="{FD903C6A-B79E-4950-BD39-102B00BCDD4E}" presName="sibTrans" presStyleLbl="sibTrans2D1" presStyleIdx="2" presStyleCnt="14"/>
      <dgm:spPr/>
    </dgm:pt>
    <dgm:pt modelId="{99F347D9-9514-4F74-9C16-141A5BBB6338}" type="pres">
      <dgm:prSet presAssocID="{FD903C6A-B79E-4950-BD39-102B00BCDD4E}" presName="connTx" presStyleLbl="sibTrans2D1" presStyleIdx="2" presStyleCnt="14"/>
      <dgm:spPr/>
    </dgm:pt>
    <dgm:pt modelId="{DAA4102E-B121-4C9A-B8B0-A8104E07C0FD}" type="pres">
      <dgm:prSet presAssocID="{899AF7C9-DF19-4A1E-B748-F218DDDB1C73}" presName="composite" presStyleCnt="0"/>
      <dgm:spPr/>
    </dgm:pt>
    <dgm:pt modelId="{10238F12-1CE2-45C5-881B-F0CE0D9D8EB6}" type="pres">
      <dgm:prSet presAssocID="{899AF7C9-DF19-4A1E-B748-F218DDDB1C73}" presName="imagSh" presStyleLbl="bgImgPlace1" presStyleIdx="3" presStyleCnt="15"/>
      <dgm:spPr/>
    </dgm:pt>
    <dgm:pt modelId="{A0466772-DAB1-4302-A2A5-FD0ACA074D4E}" type="pres">
      <dgm:prSet presAssocID="{899AF7C9-DF19-4A1E-B748-F218DDDB1C73}" presName="txNode" presStyleLbl="node1" presStyleIdx="3" presStyleCnt="15">
        <dgm:presLayoutVars>
          <dgm:bulletEnabled val="1"/>
        </dgm:presLayoutVars>
      </dgm:prSet>
      <dgm:spPr/>
    </dgm:pt>
    <dgm:pt modelId="{CE92FF2A-5818-48B1-8673-8A1E368C7F76}" type="pres">
      <dgm:prSet presAssocID="{7DF244F2-F50F-4B82-971C-FC10BCA0BB64}" presName="sibTrans" presStyleLbl="sibTrans2D1" presStyleIdx="3" presStyleCnt="14"/>
      <dgm:spPr/>
    </dgm:pt>
    <dgm:pt modelId="{B9659BD2-F4A4-495D-9B33-E60F486D6158}" type="pres">
      <dgm:prSet presAssocID="{7DF244F2-F50F-4B82-971C-FC10BCA0BB64}" presName="connTx" presStyleLbl="sibTrans2D1" presStyleIdx="3" presStyleCnt="14"/>
      <dgm:spPr/>
    </dgm:pt>
    <dgm:pt modelId="{FD88ED58-E878-445C-8831-ED9AC34E074E}" type="pres">
      <dgm:prSet presAssocID="{4BDFA33F-9366-488B-9401-1DFD46B61857}" presName="composite" presStyleCnt="0"/>
      <dgm:spPr/>
    </dgm:pt>
    <dgm:pt modelId="{4E716C39-371D-42E2-BF5B-D73750025E2C}" type="pres">
      <dgm:prSet presAssocID="{4BDFA33F-9366-488B-9401-1DFD46B61857}" presName="imagSh" presStyleLbl="bgImgPlace1" presStyleIdx="4" presStyleCnt="15"/>
      <dgm:spPr/>
    </dgm:pt>
    <dgm:pt modelId="{FB82391F-9CAC-4C18-B4C4-7E7B477F2BF4}" type="pres">
      <dgm:prSet presAssocID="{4BDFA33F-9366-488B-9401-1DFD46B61857}" presName="txNode" presStyleLbl="node1" presStyleIdx="4" presStyleCnt="15">
        <dgm:presLayoutVars>
          <dgm:bulletEnabled val="1"/>
        </dgm:presLayoutVars>
      </dgm:prSet>
      <dgm:spPr/>
    </dgm:pt>
    <dgm:pt modelId="{A3441D01-39AC-45F3-A38B-4A63381EAD14}" type="pres">
      <dgm:prSet presAssocID="{77317E61-0EB5-4C5C-8DDB-DF5164F3F90A}" presName="sibTrans" presStyleLbl="sibTrans2D1" presStyleIdx="4" presStyleCnt="14"/>
      <dgm:spPr/>
    </dgm:pt>
    <dgm:pt modelId="{A8B6B245-EBED-421E-A7E7-6E316314CE1B}" type="pres">
      <dgm:prSet presAssocID="{77317E61-0EB5-4C5C-8DDB-DF5164F3F90A}" presName="connTx" presStyleLbl="sibTrans2D1" presStyleIdx="4" presStyleCnt="14"/>
      <dgm:spPr/>
    </dgm:pt>
    <dgm:pt modelId="{418A1F8E-581E-4E20-A584-678A1F17F7D6}" type="pres">
      <dgm:prSet presAssocID="{F8EACE15-BAAB-4EEF-BD75-9FD2863E9636}" presName="composite" presStyleCnt="0"/>
      <dgm:spPr/>
    </dgm:pt>
    <dgm:pt modelId="{52E5EF6F-1824-4A51-8F40-6FBE4B3B6ED7}" type="pres">
      <dgm:prSet presAssocID="{F8EACE15-BAAB-4EEF-BD75-9FD2863E9636}" presName="imagSh" presStyleLbl="bgImgPlace1" presStyleIdx="5" presStyleCnt="15"/>
      <dgm:spPr/>
    </dgm:pt>
    <dgm:pt modelId="{3986AA99-2728-43CD-9C1E-44C916DA400B}" type="pres">
      <dgm:prSet presAssocID="{F8EACE15-BAAB-4EEF-BD75-9FD2863E9636}" presName="txNode" presStyleLbl="node1" presStyleIdx="5" presStyleCnt="15">
        <dgm:presLayoutVars>
          <dgm:bulletEnabled val="1"/>
        </dgm:presLayoutVars>
      </dgm:prSet>
      <dgm:spPr/>
    </dgm:pt>
    <dgm:pt modelId="{24285D7F-75F6-49AD-B72C-0D98EBD90B09}" type="pres">
      <dgm:prSet presAssocID="{CE5A3130-4ADD-4801-82B0-465DF83DBCDE}" presName="sibTrans" presStyleLbl="sibTrans2D1" presStyleIdx="5" presStyleCnt="14"/>
      <dgm:spPr/>
    </dgm:pt>
    <dgm:pt modelId="{454461F4-739B-43AB-9686-BE7A528D648D}" type="pres">
      <dgm:prSet presAssocID="{CE5A3130-4ADD-4801-82B0-465DF83DBCDE}" presName="connTx" presStyleLbl="sibTrans2D1" presStyleIdx="5" presStyleCnt="14"/>
      <dgm:spPr/>
    </dgm:pt>
    <dgm:pt modelId="{1CDFFED0-B636-4B58-BF19-D6EDBF7DD7CA}" type="pres">
      <dgm:prSet presAssocID="{33F88811-8C25-46D7-8364-BB86BDB18F34}" presName="composite" presStyleCnt="0"/>
      <dgm:spPr/>
    </dgm:pt>
    <dgm:pt modelId="{60BAB865-2AF8-46F9-813A-24EE47DC39A7}" type="pres">
      <dgm:prSet presAssocID="{33F88811-8C25-46D7-8364-BB86BDB18F34}" presName="imagSh" presStyleLbl="bgImgPlace1" presStyleIdx="6" presStyleCnt="15"/>
      <dgm:spPr/>
    </dgm:pt>
    <dgm:pt modelId="{02E7DC2E-54C8-4F22-8C35-E3C095C05D24}" type="pres">
      <dgm:prSet presAssocID="{33F88811-8C25-46D7-8364-BB86BDB18F34}" presName="txNode" presStyleLbl="node1" presStyleIdx="6" presStyleCnt="15">
        <dgm:presLayoutVars>
          <dgm:bulletEnabled val="1"/>
        </dgm:presLayoutVars>
      </dgm:prSet>
      <dgm:spPr/>
    </dgm:pt>
    <dgm:pt modelId="{8DE57FB1-0B85-48EB-B86D-695900A5327A}" type="pres">
      <dgm:prSet presAssocID="{9B61F9DC-8D6E-4D82-99B7-3F2431342BDB}" presName="sibTrans" presStyleLbl="sibTrans2D1" presStyleIdx="6" presStyleCnt="14"/>
      <dgm:spPr/>
    </dgm:pt>
    <dgm:pt modelId="{1B3E30EA-3BE5-47B1-8634-FC59EB316298}" type="pres">
      <dgm:prSet presAssocID="{9B61F9DC-8D6E-4D82-99B7-3F2431342BDB}" presName="connTx" presStyleLbl="sibTrans2D1" presStyleIdx="6" presStyleCnt="14"/>
      <dgm:spPr/>
    </dgm:pt>
    <dgm:pt modelId="{C92A2E3A-5430-4769-AFE1-5165940A3C23}" type="pres">
      <dgm:prSet presAssocID="{249070E9-48C0-445D-A488-9F10DE27572E}" presName="composite" presStyleCnt="0"/>
      <dgm:spPr/>
    </dgm:pt>
    <dgm:pt modelId="{7928F2A2-CABD-4584-9ED1-76AA4E50B08E}" type="pres">
      <dgm:prSet presAssocID="{249070E9-48C0-445D-A488-9F10DE27572E}" presName="imagSh" presStyleLbl="bgImgPlace1" presStyleIdx="7" presStyleCnt="15"/>
      <dgm:spPr/>
    </dgm:pt>
    <dgm:pt modelId="{5F124A66-6111-43F6-B954-B685B75DAB98}" type="pres">
      <dgm:prSet presAssocID="{249070E9-48C0-445D-A488-9F10DE27572E}" presName="txNode" presStyleLbl="node1" presStyleIdx="7" presStyleCnt="15">
        <dgm:presLayoutVars>
          <dgm:bulletEnabled val="1"/>
        </dgm:presLayoutVars>
      </dgm:prSet>
      <dgm:spPr/>
    </dgm:pt>
    <dgm:pt modelId="{25DE5A79-0ED2-4B44-9CCE-77414E057A5C}" type="pres">
      <dgm:prSet presAssocID="{EBCB093E-573E-41F0-896F-710D68639E3F}" presName="sibTrans" presStyleLbl="sibTrans2D1" presStyleIdx="7" presStyleCnt="14"/>
      <dgm:spPr/>
    </dgm:pt>
    <dgm:pt modelId="{4A3D20A8-6DED-4DAD-A790-6E8747FD4FE4}" type="pres">
      <dgm:prSet presAssocID="{EBCB093E-573E-41F0-896F-710D68639E3F}" presName="connTx" presStyleLbl="sibTrans2D1" presStyleIdx="7" presStyleCnt="14"/>
      <dgm:spPr/>
    </dgm:pt>
    <dgm:pt modelId="{AA24DA5C-E0DF-4F8C-B83C-7332930091A9}" type="pres">
      <dgm:prSet presAssocID="{27C26E1B-EF9C-491B-93B9-B9B844467AD9}" presName="composite" presStyleCnt="0"/>
      <dgm:spPr/>
    </dgm:pt>
    <dgm:pt modelId="{43888824-EBE6-41D9-9182-92607E212DF2}" type="pres">
      <dgm:prSet presAssocID="{27C26E1B-EF9C-491B-93B9-B9B844467AD9}" presName="imagSh" presStyleLbl="bgImgPlace1" presStyleIdx="8" presStyleCnt="15"/>
      <dgm:spPr/>
    </dgm:pt>
    <dgm:pt modelId="{D36B2261-B405-48A1-BBD2-352839CB1953}" type="pres">
      <dgm:prSet presAssocID="{27C26E1B-EF9C-491B-93B9-B9B844467AD9}" presName="txNode" presStyleLbl="node1" presStyleIdx="8" presStyleCnt="15">
        <dgm:presLayoutVars>
          <dgm:bulletEnabled val="1"/>
        </dgm:presLayoutVars>
      </dgm:prSet>
      <dgm:spPr/>
    </dgm:pt>
    <dgm:pt modelId="{38CF4360-851A-448A-B48D-1A13CB722505}" type="pres">
      <dgm:prSet presAssocID="{C70EFBF4-1C14-4788-A4D7-CCA012DEF490}" presName="sibTrans" presStyleLbl="sibTrans2D1" presStyleIdx="8" presStyleCnt="14"/>
      <dgm:spPr/>
    </dgm:pt>
    <dgm:pt modelId="{C0F331F5-6578-486D-8D12-4F2599493106}" type="pres">
      <dgm:prSet presAssocID="{C70EFBF4-1C14-4788-A4D7-CCA012DEF490}" presName="connTx" presStyleLbl="sibTrans2D1" presStyleIdx="8" presStyleCnt="14"/>
      <dgm:spPr/>
    </dgm:pt>
    <dgm:pt modelId="{EB83DEA0-891F-4C3A-B3C9-327352E1D832}" type="pres">
      <dgm:prSet presAssocID="{ECCB9D5B-DAF3-4287-8B1C-CAB9E77802FC}" presName="composite" presStyleCnt="0"/>
      <dgm:spPr/>
    </dgm:pt>
    <dgm:pt modelId="{FB89671F-393B-41B5-808A-E4796564C0D9}" type="pres">
      <dgm:prSet presAssocID="{ECCB9D5B-DAF3-4287-8B1C-CAB9E77802FC}" presName="imagSh" presStyleLbl="bgImgPlace1" presStyleIdx="9" presStyleCnt="15"/>
      <dgm:spPr/>
    </dgm:pt>
    <dgm:pt modelId="{AA5CE5F8-7D02-426E-BC27-B8EA77D310A3}" type="pres">
      <dgm:prSet presAssocID="{ECCB9D5B-DAF3-4287-8B1C-CAB9E77802FC}" presName="txNode" presStyleLbl="node1" presStyleIdx="9" presStyleCnt="15">
        <dgm:presLayoutVars>
          <dgm:bulletEnabled val="1"/>
        </dgm:presLayoutVars>
      </dgm:prSet>
      <dgm:spPr/>
    </dgm:pt>
    <dgm:pt modelId="{56BE68CF-0B0C-410C-89B1-73C784615A4D}" type="pres">
      <dgm:prSet presAssocID="{B76AB510-EB01-4431-8C2C-DCB9E172819F}" presName="sibTrans" presStyleLbl="sibTrans2D1" presStyleIdx="9" presStyleCnt="14"/>
      <dgm:spPr/>
    </dgm:pt>
    <dgm:pt modelId="{E73E699A-5DA1-4E56-97BE-76A176EEA3C2}" type="pres">
      <dgm:prSet presAssocID="{B76AB510-EB01-4431-8C2C-DCB9E172819F}" presName="connTx" presStyleLbl="sibTrans2D1" presStyleIdx="9" presStyleCnt="14"/>
      <dgm:spPr/>
    </dgm:pt>
    <dgm:pt modelId="{D13DF158-5AC5-4CF4-83EE-306E1B923812}" type="pres">
      <dgm:prSet presAssocID="{2124A3F1-3E0C-49C8-A9DD-CE83ACD79A32}" presName="composite" presStyleCnt="0"/>
      <dgm:spPr/>
    </dgm:pt>
    <dgm:pt modelId="{AAE01771-D843-4E47-AE0F-4C5B5923EF46}" type="pres">
      <dgm:prSet presAssocID="{2124A3F1-3E0C-49C8-A9DD-CE83ACD79A32}" presName="imagSh" presStyleLbl="bgImgPlace1" presStyleIdx="10" presStyleCnt="15"/>
      <dgm:spPr/>
    </dgm:pt>
    <dgm:pt modelId="{FA832CC4-C600-4CD3-9C3E-C32604D814A9}" type="pres">
      <dgm:prSet presAssocID="{2124A3F1-3E0C-49C8-A9DD-CE83ACD79A32}" presName="txNode" presStyleLbl="node1" presStyleIdx="10" presStyleCnt="15">
        <dgm:presLayoutVars>
          <dgm:bulletEnabled val="1"/>
        </dgm:presLayoutVars>
      </dgm:prSet>
      <dgm:spPr/>
    </dgm:pt>
    <dgm:pt modelId="{D140E5AC-C0C1-4A5D-BA8B-86006D0F5887}" type="pres">
      <dgm:prSet presAssocID="{4B2D2DA1-A3E9-4D48-8D4E-F5A54D4A145B}" presName="sibTrans" presStyleLbl="sibTrans2D1" presStyleIdx="10" presStyleCnt="14"/>
      <dgm:spPr/>
    </dgm:pt>
    <dgm:pt modelId="{7C0DCD1C-6D8C-455E-BA71-64991530E7FD}" type="pres">
      <dgm:prSet presAssocID="{4B2D2DA1-A3E9-4D48-8D4E-F5A54D4A145B}" presName="connTx" presStyleLbl="sibTrans2D1" presStyleIdx="10" presStyleCnt="14"/>
      <dgm:spPr/>
    </dgm:pt>
    <dgm:pt modelId="{E1392390-DF21-4822-8DE1-7DF2E05C62D0}" type="pres">
      <dgm:prSet presAssocID="{B85541A4-DB0A-4384-8BF9-80AC98535C2B}" presName="composite" presStyleCnt="0"/>
      <dgm:spPr/>
    </dgm:pt>
    <dgm:pt modelId="{F2A27D7E-E2F4-45D8-BD9E-63AB1E3599F0}" type="pres">
      <dgm:prSet presAssocID="{B85541A4-DB0A-4384-8BF9-80AC98535C2B}" presName="imagSh" presStyleLbl="bgImgPlace1" presStyleIdx="11" presStyleCnt="15"/>
      <dgm:spPr/>
    </dgm:pt>
    <dgm:pt modelId="{C2729ED1-6E2C-4AFF-9C76-CF6238BBA6D7}" type="pres">
      <dgm:prSet presAssocID="{B85541A4-DB0A-4384-8BF9-80AC98535C2B}" presName="txNode" presStyleLbl="node1" presStyleIdx="11" presStyleCnt="15">
        <dgm:presLayoutVars>
          <dgm:bulletEnabled val="1"/>
        </dgm:presLayoutVars>
      </dgm:prSet>
      <dgm:spPr/>
    </dgm:pt>
    <dgm:pt modelId="{E5B6A4B2-FC66-42D3-869C-ADF388E7E390}" type="pres">
      <dgm:prSet presAssocID="{06A35BCE-49C2-4855-B878-EBFC38B415FA}" presName="sibTrans" presStyleLbl="sibTrans2D1" presStyleIdx="11" presStyleCnt="14"/>
      <dgm:spPr/>
    </dgm:pt>
    <dgm:pt modelId="{4C5CEFD9-A565-4205-8BFA-AB31D0F8D975}" type="pres">
      <dgm:prSet presAssocID="{06A35BCE-49C2-4855-B878-EBFC38B415FA}" presName="connTx" presStyleLbl="sibTrans2D1" presStyleIdx="11" presStyleCnt="14"/>
      <dgm:spPr/>
    </dgm:pt>
    <dgm:pt modelId="{C49C7648-9268-450D-8EF8-8F11ACA82375}" type="pres">
      <dgm:prSet presAssocID="{801D9486-9615-4351-9DE6-3861ACC717BC}" presName="composite" presStyleCnt="0"/>
      <dgm:spPr/>
    </dgm:pt>
    <dgm:pt modelId="{570E270D-E6C5-47BA-B8CB-675B7EA399F6}" type="pres">
      <dgm:prSet presAssocID="{801D9486-9615-4351-9DE6-3861ACC717BC}" presName="imagSh" presStyleLbl="bgImgPlace1" presStyleIdx="12" presStyleCnt="15"/>
      <dgm:spPr/>
    </dgm:pt>
    <dgm:pt modelId="{A74F2EE4-770A-4D40-9707-7ED4D4233E2C}" type="pres">
      <dgm:prSet presAssocID="{801D9486-9615-4351-9DE6-3861ACC717BC}" presName="txNode" presStyleLbl="node1" presStyleIdx="12" presStyleCnt="15">
        <dgm:presLayoutVars>
          <dgm:bulletEnabled val="1"/>
        </dgm:presLayoutVars>
      </dgm:prSet>
      <dgm:spPr/>
    </dgm:pt>
    <dgm:pt modelId="{B59F910F-6397-45BB-98D2-25DC773CAFE0}" type="pres">
      <dgm:prSet presAssocID="{47012343-7EEC-4B99-B84F-61B837B3B81C}" presName="sibTrans" presStyleLbl="sibTrans2D1" presStyleIdx="12" presStyleCnt="14"/>
      <dgm:spPr/>
    </dgm:pt>
    <dgm:pt modelId="{582DC8C3-293D-41AE-871D-D09E66596CED}" type="pres">
      <dgm:prSet presAssocID="{47012343-7EEC-4B99-B84F-61B837B3B81C}" presName="connTx" presStyleLbl="sibTrans2D1" presStyleIdx="12" presStyleCnt="14"/>
      <dgm:spPr/>
    </dgm:pt>
    <dgm:pt modelId="{773B1D44-8A4A-4E89-B639-B6B1380E5124}" type="pres">
      <dgm:prSet presAssocID="{AB797434-D7AF-419D-B097-B07DDCAE4EE6}" presName="composite" presStyleCnt="0"/>
      <dgm:spPr/>
    </dgm:pt>
    <dgm:pt modelId="{E34B0009-C8F0-41EB-8BAC-78B95619ABAB}" type="pres">
      <dgm:prSet presAssocID="{AB797434-D7AF-419D-B097-B07DDCAE4EE6}" presName="imagSh" presStyleLbl="bgImgPlace1" presStyleIdx="13" presStyleCnt="15"/>
      <dgm:spPr/>
    </dgm:pt>
    <dgm:pt modelId="{C4FB3E6E-1F2E-4784-86E1-80D83BC5169E}" type="pres">
      <dgm:prSet presAssocID="{AB797434-D7AF-419D-B097-B07DDCAE4EE6}" presName="txNode" presStyleLbl="node1" presStyleIdx="13" presStyleCnt="15">
        <dgm:presLayoutVars>
          <dgm:bulletEnabled val="1"/>
        </dgm:presLayoutVars>
      </dgm:prSet>
      <dgm:spPr/>
    </dgm:pt>
    <dgm:pt modelId="{0D2FBD22-9C1A-4639-A938-87FB8CEFD8AA}" type="pres">
      <dgm:prSet presAssocID="{29674C87-F2FA-413B-B101-6258B77BE763}" presName="sibTrans" presStyleLbl="sibTrans2D1" presStyleIdx="13" presStyleCnt="14"/>
      <dgm:spPr/>
    </dgm:pt>
    <dgm:pt modelId="{7D0E8C00-4148-4C00-8C16-AD54DBF211E6}" type="pres">
      <dgm:prSet presAssocID="{29674C87-F2FA-413B-B101-6258B77BE763}" presName="connTx" presStyleLbl="sibTrans2D1" presStyleIdx="13" presStyleCnt="14"/>
      <dgm:spPr/>
    </dgm:pt>
    <dgm:pt modelId="{5B945BB3-6618-4E17-990F-5FBA46CCCE83}" type="pres">
      <dgm:prSet presAssocID="{95FB55FE-A57B-4276-8881-CED7737B26FB}" presName="composite" presStyleCnt="0"/>
      <dgm:spPr/>
    </dgm:pt>
    <dgm:pt modelId="{265303F8-1B3E-409E-9AD7-ECCF1D6E5216}" type="pres">
      <dgm:prSet presAssocID="{95FB55FE-A57B-4276-8881-CED7737B26FB}" presName="imagSh" presStyleLbl="bgImgPlace1" presStyleIdx="14" presStyleCnt="15"/>
      <dgm:spPr/>
    </dgm:pt>
    <dgm:pt modelId="{7506A61C-F7D5-44ED-89FE-5C115BDD63F0}" type="pres">
      <dgm:prSet presAssocID="{95FB55FE-A57B-4276-8881-CED7737B26FB}" presName="txNode" presStyleLbl="node1" presStyleIdx="14" presStyleCnt="15">
        <dgm:presLayoutVars>
          <dgm:bulletEnabled val="1"/>
        </dgm:presLayoutVars>
      </dgm:prSet>
      <dgm:spPr/>
    </dgm:pt>
  </dgm:ptLst>
  <dgm:cxnLst>
    <dgm:cxn modelId="{9EB4BA18-B361-43CB-A8B2-293D32DDB453}" srcId="{C65F3A5B-1CF1-4CA7-B078-B6EEEE557C61}" destId="{ECCB9D5B-DAF3-4287-8B1C-CAB9E77802FC}" srcOrd="9" destOrd="0" parTransId="{641D4620-77CC-4E4E-B611-C17B7431F468}" sibTransId="{B76AB510-EB01-4431-8C2C-DCB9E172819F}"/>
    <dgm:cxn modelId="{E4DF721A-C4C3-43FF-8FCA-3CB9A781FD67}" type="presOf" srcId="{7DF244F2-F50F-4B82-971C-FC10BCA0BB64}" destId="{CE92FF2A-5818-48B1-8673-8A1E368C7F76}" srcOrd="0" destOrd="0" presId="urn:microsoft.com/office/officeart/2005/8/layout/hProcess10"/>
    <dgm:cxn modelId="{0BAFFF20-0C3F-4A77-B65A-BDF480AB8E72}" type="presOf" srcId="{F8EACE15-BAAB-4EEF-BD75-9FD2863E9636}" destId="{3986AA99-2728-43CD-9C1E-44C916DA400B}" srcOrd="0" destOrd="0" presId="urn:microsoft.com/office/officeart/2005/8/layout/hProcess10"/>
    <dgm:cxn modelId="{833C7A23-5E90-435F-BFD9-87EA6D34A6FE}" type="presOf" srcId="{FD903C6A-B79E-4950-BD39-102B00BCDD4E}" destId="{99F347D9-9514-4F74-9C16-141A5BBB6338}" srcOrd="1" destOrd="0" presId="urn:microsoft.com/office/officeart/2005/8/layout/hProcess10"/>
    <dgm:cxn modelId="{7C461D24-93B6-4D2F-B1B5-CB2CB8DC8695}" type="presOf" srcId="{27C26E1B-EF9C-491B-93B9-B9B844467AD9}" destId="{D36B2261-B405-48A1-BBD2-352839CB1953}" srcOrd="0" destOrd="0" presId="urn:microsoft.com/office/officeart/2005/8/layout/hProcess10"/>
    <dgm:cxn modelId="{4DBFCB24-2EC1-41E0-AE57-D1ED58D94B50}" type="presOf" srcId="{FD903C6A-B79E-4950-BD39-102B00BCDD4E}" destId="{BB531BFD-2A48-4F06-B3DE-C89A1AFFB64B}" srcOrd="0" destOrd="0" presId="urn:microsoft.com/office/officeart/2005/8/layout/hProcess10"/>
    <dgm:cxn modelId="{CCDE9E27-F447-4BA8-A292-D49EF3E8A780}" type="presOf" srcId="{CE5A3130-4ADD-4801-82B0-465DF83DBCDE}" destId="{454461F4-739B-43AB-9686-BE7A528D648D}" srcOrd="1" destOrd="0" presId="urn:microsoft.com/office/officeart/2005/8/layout/hProcess10"/>
    <dgm:cxn modelId="{EB575B2A-F40D-4AFD-9F14-1E63A90BA34E}" srcId="{C65F3A5B-1CF1-4CA7-B078-B6EEEE557C61}" destId="{4BDFA33F-9366-488B-9401-1DFD46B61857}" srcOrd="4" destOrd="0" parTransId="{678A7ED2-FAED-4C8F-8B8B-6D16FA6744C0}" sibTransId="{77317E61-0EB5-4C5C-8DDB-DF5164F3F90A}"/>
    <dgm:cxn modelId="{959CC22D-5489-4EEA-93D3-149C304E895A}" srcId="{C65F3A5B-1CF1-4CA7-B078-B6EEEE557C61}" destId="{DD908D13-6FB2-40AF-BEAF-AB6480617FA0}" srcOrd="1" destOrd="0" parTransId="{DC1B4A2C-3548-41EF-A3AB-F15FD2EDDEEA}" sibTransId="{FF2DD8B6-F8E4-44A3-94D2-6E650EFAF34B}"/>
    <dgm:cxn modelId="{7C35FA39-6D8B-4E3C-ACC5-A7429A03B5AC}" type="presOf" srcId="{B76AB510-EB01-4431-8C2C-DCB9E172819F}" destId="{56BE68CF-0B0C-410C-89B1-73C784615A4D}" srcOrd="0" destOrd="0" presId="urn:microsoft.com/office/officeart/2005/8/layout/hProcess10"/>
    <dgm:cxn modelId="{39ED113A-E688-468A-8B30-CD4E84FD9419}" type="presOf" srcId="{EBCB093E-573E-41F0-896F-710D68639E3F}" destId="{25DE5A79-0ED2-4B44-9CCE-77414E057A5C}" srcOrd="0" destOrd="0" presId="urn:microsoft.com/office/officeart/2005/8/layout/hProcess10"/>
    <dgm:cxn modelId="{CBD2373F-77AD-47D8-9F15-52F60AA4F5E2}" srcId="{C65F3A5B-1CF1-4CA7-B078-B6EEEE557C61}" destId="{249070E9-48C0-445D-A488-9F10DE27572E}" srcOrd="7" destOrd="0" parTransId="{81734BEF-8E56-4517-A1A2-82BE54E07208}" sibTransId="{EBCB093E-573E-41F0-896F-710D68639E3F}"/>
    <dgm:cxn modelId="{55E2A040-35C6-4E47-AFAA-CA64DB2DFFD2}" type="presOf" srcId="{DD908D13-6FB2-40AF-BEAF-AB6480617FA0}" destId="{9615D364-223C-4D85-B7D0-3DC30EBDAD73}" srcOrd="0" destOrd="0" presId="urn:microsoft.com/office/officeart/2005/8/layout/hProcess10"/>
    <dgm:cxn modelId="{EDAB5B5B-6189-4D1A-BBB7-1BD74942DBFA}" type="presOf" srcId="{4BDFA33F-9366-488B-9401-1DFD46B61857}" destId="{FB82391F-9CAC-4C18-B4C4-7E7B477F2BF4}" srcOrd="0" destOrd="0" presId="urn:microsoft.com/office/officeart/2005/8/layout/hProcess10"/>
    <dgm:cxn modelId="{325DD95E-C6FD-44CE-974D-AFDE25E34E91}" type="presOf" srcId="{FF2DD8B6-F8E4-44A3-94D2-6E650EFAF34B}" destId="{CF38BADE-F7AA-470C-A144-3A6039520BE0}" srcOrd="1" destOrd="0" presId="urn:microsoft.com/office/officeart/2005/8/layout/hProcess10"/>
    <dgm:cxn modelId="{DD98F941-C980-43C2-884F-95597CFA5D2B}" type="presOf" srcId="{95FB55FE-A57B-4276-8881-CED7737B26FB}" destId="{7506A61C-F7D5-44ED-89FE-5C115BDD63F0}" srcOrd="0" destOrd="0" presId="urn:microsoft.com/office/officeart/2005/8/layout/hProcess10"/>
    <dgm:cxn modelId="{879DE543-F264-4274-805B-19C022441802}" srcId="{C65F3A5B-1CF1-4CA7-B078-B6EEEE557C61}" destId="{899AF7C9-DF19-4A1E-B748-F218DDDB1C73}" srcOrd="3" destOrd="0" parTransId="{F2DF86BA-10CC-4F2B-A16F-86926A49048F}" sibTransId="{7DF244F2-F50F-4B82-971C-FC10BCA0BB64}"/>
    <dgm:cxn modelId="{A62C2944-B5E4-478C-9C98-971D56B59AA6}" type="presOf" srcId="{4B2D2DA1-A3E9-4D48-8D4E-F5A54D4A145B}" destId="{D140E5AC-C0C1-4A5D-BA8B-86006D0F5887}" srcOrd="0" destOrd="0" presId="urn:microsoft.com/office/officeart/2005/8/layout/hProcess10"/>
    <dgm:cxn modelId="{6167F569-12BA-47C5-93DE-F5C21FA0644E}" type="presOf" srcId="{2124A3F1-3E0C-49C8-A9DD-CE83ACD79A32}" destId="{FA832CC4-C600-4CD3-9C3E-C32604D814A9}" srcOrd="0" destOrd="0" presId="urn:microsoft.com/office/officeart/2005/8/layout/hProcess10"/>
    <dgm:cxn modelId="{85A9F14B-C370-4517-94C7-B12FFAD7FF3A}" type="presOf" srcId="{BE10F685-B7D9-4105-BAC9-E2E30BDC6323}" destId="{78F901D1-9478-4A9F-BEB3-3D876B3F07AA}" srcOrd="1" destOrd="0" presId="urn:microsoft.com/office/officeart/2005/8/layout/hProcess10"/>
    <dgm:cxn modelId="{E1E6C16E-59F8-4A5D-BD78-4D049110FBB2}" srcId="{C65F3A5B-1CF1-4CA7-B078-B6EEEE557C61}" destId="{B85541A4-DB0A-4384-8BF9-80AC98535C2B}" srcOrd="11" destOrd="0" parTransId="{8BAE6652-A91C-436E-8E0B-D0721780ABC5}" sibTransId="{06A35BCE-49C2-4855-B878-EBFC38B415FA}"/>
    <dgm:cxn modelId="{80CF1B6F-841C-4F3E-90B4-DBE91420F2E0}" type="presOf" srcId="{899AF7C9-DF19-4A1E-B748-F218DDDB1C73}" destId="{A0466772-DAB1-4302-A2A5-FD0ACA074D4E}" srcOrd="0" destOrd="0" presId="urn:microsoft.com/office/officeart/2005/8/layout/hProcess10"/>
    <dgm:cxn modelId="{209A1971-1FE2-4658-A21A-B238EC7E6D82}" type="presOf" srcId="{47012343-7EEC-4B99-B84F-61B837B3B81C}" destId="{B59F910F-6397-45BB-98D2-25DC773CAFE0}" srcOrd="0" destOrd="0" presId="urn:microsoft.com/office/officeart/2005/8/layout/hProcess10"/>
    <dgm:cxn modelId="{B31CC154-3320-4EDC-85C0-14D8992E159D}" type="presOf" srcId="{AB797434-D7AF-419D-B097-B07DDCAE4EE6}" destId="{C4FB3E6E-1F2E-4784-86E1-80D83BC5169E}" srcOrd="0" destOrd="0" presId="urn:microsoft.com/office/officeart/2005/8/layout/hProcess10"/>
    <dgm:cxn modelId="{D74C627C-6BC9-4BD1-9795-F11193C4A05C}" srcId="{C65F3A5B-1CF1-4CA7-B078-B6EEEE557C61}" destId="{33F88811-8C25-46D7-8364-BB86BDB18F34}" srcOrd="6" destOrd="0" parTransId="{66C85A83-B9C2-4EA2-A824-72C0B38D0AE5}" sibTransId="{9B61F9DC-8D6E-4D82-99B7-3F2431342BDB}"/>
    <dgm:cxn modelId="{668FE682-3A77-45FE-93AA-E909B78F5F51}" type="presOf" srcId="{FF2DD8B6-F8E4-44A3-94D2-6E650EFAF34B}" destId="{7660FC2F-B335-46BF-9CA9-D752FFB61068}" srcOrd="0" destOrd="0" presId="urn:microsoft.com/office/officeart/2005/8/layout/hProcess10"/>
    <dgm:cxn modelId="{EDA7BA85-D1D5-43ED-8217-D1D1FFE29F35}" srcId="{C65F3A5B-1CF1-4CA7-B078-B6EEEE557C61}" destId="{95FB55FE-A57B-4276-8881-CED7737B26FB}" srcOrd="14" destOrd="0" parTransId="{19A30048-FC5D-4FEC-A235-789FFBC4DA9B}" sibTransId="{1F6CDC36-8687-48D6-B0E7-EC693018E1FB}"/>
    <dgm:cxn modelId="{59742689-8802-489B-9EE6-1F94C4360E30}" srcId="{C65F3A5B-1CF1-4CA7-B078-B6EEEE557C61}" destId="{801D9486-9615-4351-9DE6-3861ACC717BC}" srcOrd="12" destOrd="0" parTransId="{AC4D0AFA-3A8A-4373-AAC7-6FBD810DCECA}" sibTransId="{47012343-7EEC-4B99-B84F-61B837B3B81C}"/>
    <dgm:cxn modelId="{78C4FE8C-E27D-4CAA-B290-56176FEA4382}" type="presOf" srcId="{77317E61-0EB5-4C5C-8DDB-DF5164F3F90A}" destId="{A3441D01-39AC-45F3-A38B-4A63381EAD14}" srcOrd="0" destOrd="0" presId="urn:microsoft.com/office/officeart/2005/8/layout/hProcess10"/>
    <dgm:cxn modelId="{6BE62D8D-D2D3-4261-95BD-6377A3AA9079}" type="presOf" srcId="{7DF244F2-F50F-4B82-971C-FC10BCA0BB64}" destId="{B9659BD2-F4A4-495D-9B33-E60F486D6158}" srcOrd="1" destOrd="0" presId="urn:microsoft.com/office/officeart/2005/8/layout/hProcess10"/>
    <dgm:cxn modelId="{87AB7393-2BF4-4054-9358-F407013EC800}" srcId="{C65F3A5B-1CF1-4CA7-B078-B6EEEE557C61}" destId="{8DA414F0-FEBC-48A2-9A6B-5253E2843317}" srcOrd="2" destOrd="0" parTransId="{D8C8006E-674F-429C-8AD4-6702A6164065}" sibTransId="{FD903C6A-B79E-4950-BD39-102B00BCDD4E}"/>
    <dgm:cxn modelId="{BFD4E893-21C4-4366-B90C-A2F6B215580C}" type="presOf" srcId="{1E717F83-9767-4121-A909-A56DD054C518}" destId="{27D1EBB1-72CF-43B4-BFE6-1300EAB32544}" srcOrd="0" destOrd="0" presId="urn:microsoft.com/office/officeart/2005/8/layout/hProcess10"/>
    <dgm:cxn modelId="{B9FC6A94-0CBA-418C-BEA8-1D55990C826E}" type="presOf" srcId="{9B61F9DC-8D6E-4D82-99B7-3F2431342BDB}" destId="{1B3E30EA-3BE5-47B1-8634-FC59EB316298}" srcOrd="1" destOrd="0" presId="urn:microsoft.com/office/officeart/2005/8/layout/hProcess10"/>
    <dgm:cxn modelId="{453E1C9C-8959-4B5A-80C9-227545C3A598}" srcId="{C65F3A5B-1CF1-4CA7-B078-B6EEEE557C61}" destId="{F8EACE15-BAAB-4EEF-BD75-9FD2863E9636}" srcOrd="5" destOrd="0" parTransId="{18BD23D1-F04E-4A55-831F-ADB1363307A7}" sibTransId="{CE5A3130-4ADD-4801-82B0-465DF83DBCDE}"/>
    <dgm:cxn modelId="{16F7669C-CAB6-410A-89FE-36EC1ED6CB05}" type="presOf" srcId="{29674C87-F2FA-413B-B101-6258B77BE763}" destId="{7D0E8C00-4148-4C00-8C16-AD54DBF211E6}" srcOrd="1" destOrd="0" presId="urn:microsoft.com/office/officeart/2005/8/layout/hProcess10"/>
    <dgm:cxn modelId="{831F79A6-C4C0-44C2-A0B7-E10C1537C149}" type="presOf" srcId="{BE10F685-B7D9-4105-BAC9-E2E30BDC6323}" destId="{F420D874-4F47-4E48-94F2-EDD113F62731}" srcOrd="0" destOrd="0" presId="urn:microsoft.com/office/officeart/2005/8/layout/hProcess10"/>
    <dgm:cxn modelId="{1D0F0AA7-3A76-4060-A22E-F8CE063A900B}" srcId="{C65F3A5B-1CF1-4CA7-B078-B6EEEE557C61}" destId="{27C26E1B-EF9C-491B-93B9-B9B844467AD9}" srcOrd="8" destOrd="0" parTransId="{12378069-DABB-4E83-BA0A-B35799CA4187}" sibTransId="{C70EFBF4-1C14-4788-A4D7-CCA012DEF490}"/>
    <dgm:cxn modelId="{CD66B5AD-A40F-46FC-A95C-9DE3117BD05C}" type="presOf" srcId="{B85541A4-DB0A-4384-8BF9-80AC98535C2B}" destId="{C2729ED1-6E2C-4AFF-9C76-CF6238BBA6D7}" srcOrd="0" destOrd="0" presId="urn:microsoft.com/office/officeart/2005/8/layout/hProcess10"/>
    <dgm:cxn modelId="{114965B2-8445-4DFC-99AB-CEF11249E991}" type="presOf" srcId="{4B2D2DA1-A3E9-4D48-8D4E-F5A54D4A145B}" destId="{7C0DCD1C-6D8C-455E-BA71-64991530E7FD}" srcOrd="1" destOrd="0" presId="urn:microsoft.com/office/officeart/2005/8/layout/hProcess10"/>
    <dgm:cxn modelId="{B6F52AB7-4DD8-4E27-8D9E-4E51D0987536}" type="presOf" srcId="{9B61F9DC-8D6E-4D82-99B7-3F2431342BDB}" destId="{8DE57FB1-0B85-48EB-B86D-695900A5327A}" srcOrd="0" destOrd="0" presId="urn:microsoft.com/office/officeart/2005/8/layout/hProcess10"/>
    <dgm:cxn modelId="{F93C63BA-6865-4026-B898-970998AF7DF7}" type="presOf" srcId="{8DA414F0-FEBC-48A2-9A6B-5253E2843317}" destId="{16D7144E-E944-4417-99FA-89574269D265}" srcOrd="0" destOrd="0" presId="urn:microsoft.com/office/officeart/2005/8/layout/hProcess10"/>
    <dgm:cxn modelId="{1A114DBA-A87B-4A28-8E24-DD54921790F0}" srcId="{C65F3A5B-1CF1-4CA7-B078-B6EEEE557C61}" destId="{1E717F83-9767-4121-A909-A56DD054C518}" srcOrd="0" destOrd="0" parTransId="{AB502B6D-EDA7-44F7-ACC6-0C81C15B89C0}" sibTransId="{BE10F685-B7D9-4105-BAC9-E2E30BDC6323}"/>
    <dgm:cxn modelId="{50F838BC-719C-4AB1-841A-47A7D7E54FBF}" type="presOf" srcId="{C65F3A5B-1CF1-4CA7-B078-B6EEEE557C61}" destId="{D7215BEF-8EEE-4785-A57E-58AFE1F3614D}" srcOrd="0" destOrd="0" presId="urn:microsoft.com/office/officeart/2005/8/layout/hProcess10"/>
    <dgm:cxn modelId="{692407BD-7155-410A-9A55-45C1776B35ED}" type="presOf" srcId="{77317E61-0EB5-4C5C-8DDB-DF5164F3F90A}" destId="{A8B6B245-EBED-421E-A7E7-6E316314CE1B}" srcOrd="1" destOrd="0" presId="urn:microsoft.com/office/officeart/2005/8/layout/hProcess10"/>
    <dgm:cxn modelId="{49A87FC4-9FF8-4FE9-A096-38AEA88136AF}" type="presOf" srcId="{33F88811-8C25-46D7-8364-BB86BDB18F34}" destId="{02E7DC2E-54C8-4F22-8C35-E3C095C05D24}" srcOrd="0" destOrd="0" presId="urn:microsoft.com/office/officeart/2005/8/layout/hProcess10"/>
    <dgm:cxn modelId="{A1B13DC7-C10D-41D8-A3D6-33E1D4E28735}" type="presOf" srcId="{ECCB9D5B-DAF3-4287-8B1C-CAB9E77802FC}" destId="{AA5CE5F8-7D02-426E-BC27-B8EA77D310A3}" srcOrd="0" destOrd="0" presId="urn:microsoft.com/office/officeart/2005/8/layout/hProcess10"/>
    <dgm:cxn modelId="{E9E0A7CA-1ABB-4C18-BBF7-C2887A696C98}" type="presOf" srcId="{CE5A3130-4ADD-4801-82B0-465DF83DBCDE}" destId="{24285D7F-75F6-49AD-B72C-0D98EBD90B09}" srcOrd="0" destOrd="0" presId="urn:microsoft.com/office/officeart/2005/8/layout/hProcess10"/>
    <dgm:cxn modelId="{3E02D4CB-82EE-4D96-8207-28C610F77E75}" type="presOf" srcId="{B76AB510-EB01-4431-8C2C-DCB9E172819F}" destId="{E73E699A-5DA1-4E56-97BE-76A176EEA3C2}" srcOrd="1" destOrd="0" presId="urn:microsoft.com/office/officeart/2005/8/layout/hProcess10"/>
    <dgm:cxn modelId="{76F3D4D4-75F8-441E-9BBE-FBA787A08BC0}" type="presOf" srcId="{06A35BCE-49C2-4855-B878-EBFC38B415FA}" destId="{E5B6A4B2-FC66-42D3-869C-ADF388E7E390}" srcOrd="0" destOrd="0" presId="urn:microsoft.com/office/officeart/2005/8/layout/hProcess10"/>
    <dgm:cxn modelId="{150319D6-39EB-463C-B935-F74B8DF289E4}" type="presOf" srcId="{47012343-7EEC-4B99-B84F-61B837B3B81C}" destId="{582DC8C3-293D-41AE-871D-D09E66596CED}" srcOrd="1" destOrd="0" presId="urn:microsoft.com/office/officeart/2005/8/layout/hProcess10"/>
    <dgm:cxn modelId="{FF1458D6-D5E7-414D-A30A-5BCCBBC4EBA5}" srcId="{C65F3A5B-1CF1-4CA7-B078-B6EEEE557C61}" destId="{AB797434-D7AF-419D-B097-B07DDCAE4EE6}" srcOrd="13" destOrd="0" parTransId="{AE3ED071-5D29-4AC0-BF15-642BCD31F1BC}" sibTransId="{29674C87-F2FA-413B-B101-6258B77BE763}"/>
    <dgm:cxn modelId="{33C5C7D8-1684-4FEE-A713-7BA3F5FEC8F0}" srcId="{C65F3A5B-1CF1-4CA7-B078-B6EEEE557C61}" destId="{2124A3F1-3E0C-49C8-A9DD-CE83ACD79A32}" srcOrd="10" destOrd="0" parTransId="{CC38AE98-4C9B-41FE-AF68-FA61B26D2FA3}" sibTransId="{4B2D2DA1-A3E9-4D48-8D4E-F5A54D4A145B}"/>
    <dgm:cxn modelId="{1A1CD1DF-C89B-45E3-B613-6A2BBA3B18F4}" type="presOf" srcId="{801D9486-9615-4351-9DE6-3861ACC717BC}" destId="{A74F2EE4-770A-4D40-9707-7ED4D4233E2C}" srcOrd="0" destOrd="0" presId="urn:microsoft.com/office/officeart/2005/8/layout/hProcess10"/>
    <dgm:cxn modelId="{B83467E9-32A5-4A67-B968-73105885B370}" type="presOf" srcId="{29674C87-F2FA-413B-B101-6258B77BE763}" destId="{0D2FBD22-9C1A-4639-A938-87FB8CEFD8AA}" srcOrd="0" destOrd="0" presId="urn:microsoft.com/office/officeart/2005/8/layout/hProcess10"/>
    <dgm:cxn modelId="{1AD97CF1-6929-4A36-9DBB-6CD0FB89CA98}" type="presOf" srcId="{C70EFBF4-1C14-4788-A4D7-CCA012DEF490}" destId="{C0F331F5-6578-486D-8D12-4F2599493106}" srcOrd="1" destOrd="0" presId="urn:microsoft.com/office/officeart/2005/8/layout/hProcess10"/>
    <dgm:cxn modelId="{CDCB33F3-1331-4078-80FD-AD6B3E25E826}" type="presOf" srcId="{249070E9-48C0-445D-A488-9F10DE27572E}" destId="{5F124A66-6111-43F6-B954-B685B75DAB98}" srcOrd="0" destOrd="0" presId="urn:microsoft.com/office/officeart/2005/8/layout/hProcess10"/>
    <dgm:cxn modelId="{E30377F9-D611-41D0-A9B2-064FD13CB22E}" type="presOf" srcId="{EBCB093E-573E-41F0-896F-710D68639E3F}" destId="{4A3D20A8-6DED-4DAD-A790-6E8747FD4FE4}" srcOrd="1" destOrd="0" presId="urn:microsoft.com/office/officeart/2005/8/layout/hProcess10"/>
    <dgm:cxn modelId="{90E42EFF-80F8-4E0B-BDF5-53B61A245A53}" type="presOf" srcId="{C70EFBF4-1C14-4788-A4D7-CCA012DEF490}" destId="{38CF4360-851A-448A-B48D-1A13CB722505}" srcOrd="0" destOrd="0" presId="urn:microsoft.com/office/officeart/2005/8/layout/hProcess10"/>
    <dgm:cxn modelId="{3854E5FF-BCCF-4B0F-9E26-45194FE94D80}" type="presOf" srcId="{06A35BCE-49C2-4855-B878-EBFC38B415FA}" destId="{4C5CEFD9-A565-4205-8BFA-AB31D0F8D975}" srcOrd="1" destOrd="0" presId="urn:microsoft.com/office/officeart/2005/8/layout/hProcess10"/>
    <dgm:cxn modelId="{B443F644-72CB-44A9-9FE5-845343BD05F0}" type="presParOf" srcId="{D7215BEF-8EEE-4785-A57E-58AFE1F3614D}" destId="{B89D41C3-4117-4C70-9F21-89C351904EAF}" srcOrd="0" destOrd="0" presId="urn:microsoft.com/office/officeart/2005/8/layout/hProcess10"/>
    <dgm:cxn modelId="{09793864-DD09-4036-BA15-A565CCF75333}" type="presParOf" srcId="{B89D41C3-4117-4C70-9F21-89C351904EAF}" destId="{B9574806-A070-4778-8F60-BAFD66254F98}" srcOrd="0" destOrd="0" presId="urn:microsoft.com/office/officeart/2005/8/layout/hProcess10"/>
    <dgm:cxn modelId="{466BBE14-ED25-4416-B3F4-2872E697DC42}" type="presParOf" srcId="{B89D41C3-4117-4C70-9F21-89C351904EAF}" destId="{27D1EBB1-72CF-43B4-BFE6-1300EAB32544}" srcOrd="1" destOrd="0" presId="urn:microsoft.com/office/officeart/2005/8/layout/hProcess10"/>
    <dgm:cxn modelId="{23E2C104-E4DC-4E74-9AC0-43310B03F92F}" type="presParOf" srcId="{D7215BEF-8EEE-4785-A57E-58AFE1F3614D}" destId="{F420D874-4F47-4E48-94F2-EDD113F62731}" srcOrd="1" destOrd="0" presId="urn:microsoft.com/office/officeart/2005/8/layout/hProcess10"/>
    <dgm:cxn modelId="{8D719E1D-AEB4-47B6-A50D-3874D10EDF21}" type="presParOf" srcId="{F420D874-4F47-4E48-94F2-EDD113F62731}" destId="{78F901D1-9478-4A9F-BEB3-3D876B3F07AA}" srcOrd="0" destOrd="0" presId="urn:microsoft.com/office/officeart/2005/8/layout/hProcess10"/>
    <dgm:cxn modelId="{6288E735-5FBB-4384-9B00-10A0F30632C2}" type="presParOf" srcId="{D7215BEF-8EEE-4785-A57E-58AFE1F3614D}" destId="{CA32BF17-B16E-43BC-9EC1-F65A5E700B8B}" srcOrd="2" destOrd="0" presId="urn:microsoft.com/office/officeart/2005/8/layout/hProcess10"/>
    <dgm:cxn modelId="{0C7266F5-EE58-479F-88B7-6C242023AC77}" type="presParOf" srcId="{CA32BF17-B16E-43BC-9EC1-F65A5E700B8B}" destId="{A5B5C62C-7EAF-461A-AEA1-B05BDE14E74A}" srcOrd="0" destOrd="0" presId="urn:microsoft.com/office/officeart/2005/8/layout/hProcess10"/>
    <dgm:cxn modelId="{B8804A09-2F95-4233-9157-74694D7849ED}" type="presParOf" srcId="{CA32BF17-B16E-43BC-9EC1-F65A5E700B8B}" destId="{9615D364-223C-4D85-B7D0-3DC30EBDAD73}" srcOrd="1" destOrd="0" presId="urn:microsoft.com/office/officeart/2005/8/layout/hProcess10"/>
    <dgm:cxn modelId="{96F1C03B-6495-4FF7-97A8-B0BEA4F932EE}" type="presParOf" srcId="{D7215BEF-8EEE-4785-A57E-58AFE1F3614D}" destId="{7660FC2F-B335-46BF-9CA9-D752FFB61068}" srcOrd="3" destOrd="0" presId="urn:microsoft.com/office/officeart/2005/8/layout/hProcess10"/>
    <dgm:cxn modelId="{E8F1A16D-A449-4708-9ACB-D88D0DED0869}" type="presParOf" srcId="{7660FC2F-B335-46BF-9CA9-D752FFB61068}" destId="{CF38BADE-F7AA-470C-A144-3A6039520BE0}" srcOrd="0" destOrd="0" presId="urn:microsoft.com/office/officeart/2005/8/layout/hProcess10"/>
    <dgm:cxn modelId="{59A9515C-883C-4E0C-BDA1-743BD95A4833}" type="presParOf" srcId="{D7215BEF-8EEE-4785-A57E-58AFE1F3614D}" destId="{C6ECCD46-90F4-4E79-8490-A19784DDB205}" srcOrd="4" destOrd="0" presId="urn:microsoft.com/office/officeart/2005/8/layout/hProcess10"/>
    <dgm:cxn modelId="{7A0CB72D-5565-4119-923D-6E1F610B2291}" type="presParOf" srcId="{C6ECCD46-90F4-4E79-8490-A19784DDB205}" destId="{355826DC-F993-49F6-9B89-4185B4DC807F}" srcOrd="0" destOrd="0" presId="urn:microsoft.com/office/officeart/2005/8/layout/hProcess10"/>
    <dgm:cxn modelId="{6371A1F9-04BB-4519-86D7-7EB222633CB6}" type="presParOf" srcId="{C6ECCD46-90F4-4E79-8490-A19784DDB205}" destId="{16D7144E-E944-4417-99FA-89574269D265}" srcOrd="1" destOrd="0" presId="urn:microsoft.com/office/officeart/2005/8/layout/hProcess10"/>
    <dgm:cxn modelId="{471F16B0-9C4F-4E22-A8DE-44407364AF4B}" type="presParOf" srcId="{D7215BEF-8EEE-4785-A57E-58AFE1F3614D}" destId="{BB531BFD-2A48-4F06-B3DE-C89A1AFFB64B}" srcOrd="5" destOrd="0" presId="urn:microsoft.com/office/officeart/2005/8/layout/hProcess10"/>
    <dgm:cxn modelId="{31114C65-DCF8-4C4E-AAB2-7B29D94486A2}" type="presParOf" srcId="{BB531BFD-2A48-4F06-B3DE-C89A1AFFB64B}" destId="{99F347D9-9514-4F74-9C16-141A5BBB6338}" srcOrd="0" destOrd="0" presId="urn:microsoft.com/office/officeart/2005/8/layout/hProcess10"/>
    <dgm:cxn modelId="{9AA4B41C-481D-4660-9B4F-AE18EC0BE0B3}" type="presParOf" srcId="{D7215BEF-8EEE-4785-A57E-58AFE1F3614D}" destId="{DAA4102E-B121-4C9A-B8B0-A8104E07C0FD}" srcOrd="6" destOrd="0" presId="urn:microsoft.com/office/officeart/2005/8/layout/hProcess10"/>
    <dgm:cxn modelId="{81ADF5C5-D87B-4D31-BD72-E8B3217CA851}" type="presParOf" srcId="{DAA4102E-B121-4C9A-B8B0-A8104E07C0FD}" destId="{10238F12-1CE2-45C5-881B-F0CE0D9D8EB6}" srcOrd="0" destOrd="0" presId="urn:microsoft.com/office/officeart/2005/8/layout/hProcess10"/>
    <dgm:cxn modelId="{FAE27096-66B6-47F1-985E-1C3F065924DB}" type="presParOf" srcId="{DAA4102E-B121-4C9A-B8B0-A8104E07C0FD}" destId="{A0466772-DAB1-4302-A2A5-FD0ACA074D4E}" srcOrd="1" destOrd="0" presId="urn:microsoft.com/office/officeart/2005/8/layout/hProcess10"/>
    <dgm:cxn modelId="{ACBC4F1B-AE02-474F-989C-61B5419F732E}" type="presParOf" srcId="{D7215BEF-8EEE-4785-A57E-58AFE1F3614D}" destId="{CE92FF2A-5818-48B1-8673-8A1E368C7F76}" srcOrd="7" destOrd="0" presId="urn:microsoft.com/office/officeart/2005/8/layout/hProcess10"/>
    <dgm:cxn modelId="{C2FE0849-09A3-40C1-AA4E-4610DEE22A8F}" type="presParOf" srcId="{CE92FF2A-5818-48B1-8673-8A1E368C7F76}" destId="{B9659BD2-F4A4-495D-9B33-E60F486D6158}" srcOrd="0" destOrd="0" presId="urn:microsoft.com/office/officeart/2005/8/layout/hProcess10"/>
    <dgm:cxn modelId="{E7E35AA1-E977-4CC6-8BBA-BA72439D3E54}" type="presParOf" srcId="{D7215BEF-8EEE-4785-A57E-58AFE1F3614D}" destId="{FD88ED58-E878-445C-8831-ED9AC34E074E}" srcOrd="8" destOrd="0" presId="urn:microsoft.com/office/officeart/2005/8/layout/hProcess10"/>
    <dgm:cxn modelId="{D7EC655F-FAF7-4F51-AEB5-192E4EA79C7C}" type="presParOf" srcId="{FD88ED58-E878-445C-8831-ED9AC34E074E}" destId="{4E716C39-371D-42E2-BF5B-D73750025E2C}" srcOrd="0" destOrd="0" presId="urn:microsoft.com/office/officeart/2005/8/layout/hProcess10"/>
    <dgm:cxn modelId="{C581BBD5-78DA-456D-ADBA-DFA8114FD4AF}" type="presParOf" srcId="{FD88ED58-E878-445C-8831-ED9AC34E074E}" destId="{FB82391F-9CAC-4C18-B4C4-7E7B477F2BF4}" srcOrd="1" destOrd="0" presId="urn:microsoft.com/office/officeart/2005/8/layout/hProcess10"/>
    <dgm:cxn modelId="{EE714A20-8402-400A-BE4F-E5714874A5D7}" type="presParOf" srcId="{D7215BEF-8EEE-4785-A57E-58AFE1F3614D}" destId="{A3441D01-39AC-45F3-A38B-4A63381EAD14}" srcOrd="9" destOrd="0" presId="urn:microsoft.com/office/officeart/2005/8/layout/hProcess10"/>
    <dgm:cxn modelId="{EE8C7F23-5888-4F59-93C6-6E2A538B3871}" type="presParOf" srcId="{A3441D01-39AC-45F3-A38B-4A63381EAD14}" destId="{A8B6B245-EBED-421E-A7E7-6E316314CE1B}" srcOrd="0" destOrd="0" presId="urn:microsoft.com/office/officeart/2005/8/layout/hProcess10"/>
    <dgm:cxn modelId="{EFA7BAC2-EE29-4366-8E56-342E0164BC5B}" type="presParOf" srcId="{D7215BEF-8EEE-4785-A57E-58AFE1F3614D}" destId="{418A1F8E-581E-4E20-A584-678A1F17F7D6}" srcOrd="10" destOrd="0" presId="urn:microsoft.com/office/officeart/2005/8/layout/hProcess10"/>
    <dgm:cxn modelId="{84BB711F-AD4F-4C02-8B47-C7EAF21AE23E}" type="presParOf" srcId="{418A1F8E-581E-4E20-A584-678A1F17F7D6}" destId="{52E5EF6F-1824-4A51-8F40-6FBE4B3B6ED7}" srcOrd="0" destOrd="0" presId="urn:microsoft.com/office/officeart/2005/8/layout/hProcess10"/>
    <dgm:cxn modelId="{EA1A03BF-66FD-4E3F-9763-01C51179EECD}" type="presParOf" srcId="{418A1F8E-581E-4E20-A584-678A1F17F7D6}" destId="{3986AA99-2728-43CD-9C1E-44C916DA400B}" srcOrd="1" destOrd="0" presId="urn:microsoft.com/office/officeart/2005/8/layout/hProcess10"/>
    <dgm:cxn modelId="{394B74AB-6C86-4965-AE90-B5010E9A518F}" type="presParOf" srcId="{D7215BEF-8EEE-4785-A57E-58AFE1F3614D}" destId="{24285D7F-75F6-49AD-B72C-0D98EBD90B09}" srcOrd="11" destOrd="0" presId="urn:microsoft.com/office/officeart/2005/8/layout/hProcess10"/>
    <dgm:cxn modelId="{D88C2C6C-9F0E-486F-AC28-38DBB0766BB7}" type="presParOf" srcId="{24285D7F-75F6-49AD-B72C-0D98EBD90B09}" destId="{454461F4-739B-43AB-9686-BE7A528D648D}" srcOrd="0" destOrd="0" presId="urn:microsoft.com/office/officeart/2005/8/layout/hProcess10"/>
    <dgm:cxn modelId="{CD189DB1-AA24-4B83-804B-DF6924109807}" type="presParOf" srcId="{D7215BEF-8EEE-4785-A57E-58AFE1F3614D}" destId="{1CDFFED0-B636-4B58-BF19-D6EDBF7DD7CA}" srcOrd="12" destOrd="0" presId="urn:microsoft.com/office/officeart/2005/8/layout/hProcess10"/>
    <dgm:cxn modelId="{938F23A8-44A8-4758-949D-0387B86117F2}" type="presParOf" srcId="{1CDFFED0-B636-4B58-BF19-D6EDBF7DD7CA}" destId="{60BAB865-2AF8-46F9-813A-24EE47DC39A7}" srcOrd="0" destOrd="0" presId="urn:microsoft.com/office/officeart/2005/8/layout/hProcess10"/>
    <dgm:cxn modelId="{AFC96883-8E8E-4E8C-A9FB-2A6BB48E2891}" type="presParOf" srcId="{1CDFFED0-B636-4B58-BF19-D6EDBF7DD7CA}" destId="{02E7DC2E-54C8-4F22-8C35-E3C095C05D24}" srcOrd="1" destOrd="0" presId="urn:microsoft.com/office/officeart/2005/8/layout/hProcess10"/>
    <dgm:cxn modelId="{409EED34-52E9-40A9-AE5C-40E34627C183}" type="presParOf" srcId="{D7215BEF-8EEE-4785-A57E-58AFE1F3614D}" destId="{8DE57FB1-0B85-48EB-B86D-695900A5327A}" srcOrd="13" destOrd="0" presId="urn:microsoft.com/office/officeart/2005/8/layout/hProcess10"/>
    <dgm:cxn modelId="{895DE72A-31E9-48AB-8C36-677C891371AD}" type="presParOf" srcId="{8DE57FB1-0B85-48EB-B86D-695900A5327A}" destId="{1B3E30EA-3BE5-47B1-8634-FC59EB316298}" srcOrd="0" destOrd="0" presId="urn:microsoft.com/office/officeart/2005/8/layout/hProcess10"/>
    <dgm:cxn modelId="{A188EE9E-B7DB-441E-8D26-DD95646B3586}" type="presParOf" srcId="{D7215BEF-8EEE-4785-A57E-58AFE1F3614D}" destId="{C92A2E3A-5430-4769-AFE1-5165940A3C23}" srcOrd="14" destOrd="0" presId="urn:microsoft.com/office/officeart/2005/8/layout/hProcess10"/>
    <dgm:cxn modelId="{2A30043B-FF6B-43DB-ADD4-FC122C895667}" type="presParOf" srcId="{C92A2E3A-5430-4769-AFE1-5165940A3C23}" destId="{7928F2A2-CABD-4584-9ED1-76AA4E50B08E}" srcOrd="0" destOrd="0" presId="urn:microsoft.com/office/officeart/2005/8/layout/hProcess10"/>
    <dgm:cxn modelId="{9B318BA6-2EA4-4DAA-8D70-48E12B2952AA}" type="presParOf" srcId="{C92A2E3A-5430-4769-AFE1-5165940A3C23}" destId="{5F124A66-6111-43F6-B954-B685B75DAB98}" srcOrd="1" destOrd="0" presId="urn:microsoft.com/office/officeart/2005/8/layout/hProcess10"/>
    <dgm:cxn modelId="{921616BC-B17B-4D11-A31F-152649331177}" type="presParOf" srcId="{D7215BEF-8EEE-4785-A57E-58AFE1F3614D}" destId="{25DE5A79-0ED2-4B44-9CCE-77414E057A5C}" srcOrd="15" destOrd="0" presId="urn:microsoft.com/office/officeart/2005/8/layout/hProcess10"/>
    <dgm:cxn modelId="{14E24B82-E662-472F-82BF-65DF36C9CBFD}" type="presParOf" srcId="{25DE5A79-0ED2-4B44-9CCE-77414E057A5C}" destId="{4A3D20A8-6DED-4DAD-A790-6E8747FD4FE4}" srcOrd="0" destOrd="0" presId="urn:microsoft.com/office/officeart/2005/8/layout/hProcess10"/>
    <dgm:cxn modelId="{BF35DAF6-7DE1-428D-B67F-791BEED5A68C}" type="presParOf" srcId="{D7215BEF-8EEE-4785-A57E-58AFE1F3614D}" destId="{AA24DA5C-E0DF-4F8C-B83C-7332930091A9}" srcOrd="16" destOrd="0" presId="urn:microsoft.com/office/officeart/2005/8/layout/hProcess10"/>
    <dgm:cxn modelId="{28C2C244-FD59-4BA6-8EFA-4B0BB30C5874}" type="presParOf" srcId="{AA24DA5C-E0DF-4F8C-B83C-7332930091A9}" destId="{43888824-EBE6-41D9-9182-92607E212DF2}" srcOrd="0" destOrd="0" presId="urn:microsoft.com/office/officeart/2005/8/layout/hProcess10"/>
    <dgm:cxn modelId="{4FAA1FCC-7CA6-4CB9-80AA-28276FD4C87C}" type="presParOf" srcId="{AA24DA5C-E0DF-4F8C-B83C-7332930091A9}" destId="{D36B2261-B405-48A1-BBD2-352839CB1953}" srcOrd="1" destOrd="0" presId="urn:microsoft.com/office/officeart/2005/8/layout/hProcess10"/>
    <dgm:cxn modelId="{90D0B433-FFB6-4217-B9AD-918DD4492475}" type="presParOf" srcId="{D7215BEF-8EEE-4785-A57E-58AFE1F3614D}" destId="{38CF4360-851A-448A-B48D-1A13CB722505}" srcOrd="17" destOrd="0" presId="urn:microsoft.com/office/officeart/2005/8/layout/hProcess10"/>
    <dgm:cxn modelId="{0056BB8C-A2AC-4EC3-8E51-E755EEEA0BFF}" type="presParOf" srcId="{38CF4360-851A-448A-B48D-1A13CB722505}" destId="{C0F331F5-6578-486D-8D12-4F2599493106}" srcOrd="0" destOrd="0" presId="urn:microsoft.com/office/officeart/2005/8/layout/hProcess10"/>
    <dgm:cxn modelId="{8354AC32-3EF6-4FA6-B45B-2B1D9092A756}" type="presParOf" srcId="{D7215BEF-8EEE-4785-A57E-58AFE1F3614D}" destId="{EB83DEA0-891F-4C3A-B3C9-327352E1D832}" srcOrd="18" destOrd="0" presId="urn:microsoft.com/office/officeart/2005/8/layout/hProcess10"/>
    <dgm:cxn modelId="{EE4A6C24-8950-463F-9881-C1BA93CDABDB}" type="presParOf" srcId="{EB83DEA0-891F-4C3A-B3C9-327352E1D832}" destId="{FB89671F-393B-41B5-808A-E4796564C0D9}" srcOrd="0" destOrd="0" presId="urn:microsoft.com/office/officeart/2005/8/layout/hProcess10"/>
    <dgm:cxn modelId="{538B9A60-AD22-4F5E-A13D-2F1076E63D05}" type="presParOf" srcId="{EB83DEA0-891F-4C3A-B3C9-327352E1D832}" destId="{AA5CE5F8-7D02-426E-BC27-B8EA77D310A3}" srcOrd="1" destOrd="0" presId="urn:microsoft.com/office/officeart/2005/8/layout/hProcess10"/>
    <dgm:cxn modelId="{E95095BB-FBB7-48AF-A861-DB6E48E997C7}" type="presParOf" srcId="{D7215BEF-8EEE-4785-A57E-58AFE1F3614D}" destId="{56BE68CF-0B0C-410C-89B1-73C784615A4D}" srcOrd="19" destOrd="0" presId="urn:microsoft.com/office/officeart/2005/8/layout/hProcess10"/>
    <dgm:cxn modelId="{1C91D24C-F545-4519-9F8C-48F39E2EAD9A}" type="presParOf" srcId="{56BE68CF-0B0C-410C-89B1-73C784615A4D}" destId="{E73E699A-5DA1-4E56-97BE-76A176EEA3C2}" srcOrd="0" destOrd="0" presId="urn:microsoft.com/office/officeart/2005/8/layout/hProcess10"/>
    <dgm:cxn modelId="{D27AD90E-F6DF-4D22-B5B1-588B1242EDF9}" type="presParOf" srcId="{D7215BEF-8EEE-4785-A57E-58AFE1F3614D}" destId="{D13DF158-5AC5-4CF4-83EE-306E1B923812}" srcOrd="20" destOrd="0" presId="urn:microsoft.com/office/officeart/2005/8/layout/hProcess10"/>
    <dgm:cxn modelId="{CBB4D998-45D9-4B4F-A8FD-95CA3144C407}" type="presParOf" srcId="{D13DF158-5AC5-4CF4-83EE-306E1B923812}" destId="{AAE01771-D843-4E47-AE0F-4C5B5923EF46}" srcOrd="0" destOrd="0" presId="urn:microsoft.com/office/officeart/2005/8/layout/hProcess10"/>
    <dgm:cxn modelId="{5D22F9F0-B502-4128-998C-2A6997682E94}" type="presParOf" srcId="{D13DF158-5AC5-4CF4-83EE-306E1B923812}" destId="{FA832CC4-C600-4CD3-9C3E-C32604D814A9}" srcOrd="1" destOrd="0" presId="urn:microsoft.com/office/officeart/2005/8/layout/hProcess10"/>
    <dgm:cxn modelId="{2210255F-0B1D-4F2F-AE09-97113D8898E1}" type="presParOf" srcId="{D7215BEF-8EEE-4785-A57E-58AFE1F3614D}" destId="{D140E5AC-C0C1-4A5D-BA8B-86006D0F5887}" srcOrd="21" destOrd="0" presId="urn:microsoft.com/office/officeart/2005/8/layout/hProcess10"/>
    <dgm:cxn modelId="{F348ED00-3393-494B-AACD-0F2865036893}" type="presParOf" srcId="{D140E5AC-C0C1-4A5D-BA8B-86006D0F5887}" destId="{7C0DCD1C-6D8C-455E-BA71-64991530E7FD}" srcOrd="0" destOrd="0" presId="urn:microsoft.com/office/officeart/2005/8/layout/hProcess10"/>
    <dgm:cxn modelId="{C09390BB-E32B-489E-B523-6C3F0A8EE2E3}" type="presParOf" srcId="{D7215BEF-8EEE-4785-A57E-58AFE1F3614D}" destId="{E1392390-DF21-4822-8DE1-7DF2E05C62D0}" srcOrd="22" destOrd="0" presId="urn:microsoft.com/office/officeart/2005/8/layout/hProcess10"/>
    <dgm:cxn modelId="{A92EAA2D-2586-42DF-AD15-0895210654A8}" type="presParOf" srcId="{E1392390-DF21-4822-8DE1-7DF2E05C62D0}" destId="{F2A27D7E-E2F4-45D8-BD9E-63AB1E3599F0}" srcOrd="0" destOrd="0" presId="urn:microsoft.com/office/officeart/2005/8/layout/hProcess10"/>
    <dgm:cxn modelId="{73B91349-1127-42FA-8064-EC86AAD146E1}" type="presParOf" srcId="{E1392390-DF21-4822-8DE1-7DF2E05C62D0}" destId="{C2729ED1-6E2C-4AFF-9C76-CF6238BBA6D7}" srcOrd="1" destOrd="0" presId="urn:microsoft.com/office/officeart/2005/8/layout/hProcess10"/>
    <dgm:cxn modelId="{590408C1-45E3-4F80-B589-48FB69C2D2A1}" type="presParOf" srcId="{D7215BEF-8EEE-4785-A57E-58AFE1F3614D}" destId="{E5B6A4B2-FC66-42D3-869C-ADF388E7E390}" srcOrd="23" destOrd="0" presId="urn:microsoft.com/office/officeart/2005/8/layout/hProcess10"/>
    <dgm:cxn modelId="{85DBB685-BC73-4EB9-827B-E61CB4062896}" type="presParOf" srcId="{E5B6A4B2-FC66-42D3-869C-ADF388E7E390}" destId="{4C5CEFD9-A565-4205-8BFA-AB31D0F8D975}" srcOrd="0" destOrd="0" presId="urn:microsoft.com/office/officeart/2005/8/layout/hProcess10"/>
    <dgm:cxn modelId="{DC05FF04-A951-450F-902A-6FD207A1F417}" type="presParOf" srcId="{D7215BEF-8EEE-4785-A57E-58AFE1F3614D}" destId="{C49C7648-9268-450D-8EF8-8F11ACA82375}" srcOrd="24" destOrd="0" presId="urn:microsoft.com/office/officeart/2005/8/layout/hProcess10"/>
    <dgm:cxn modelId="{83B45417-039B-423B-B18B-2611C9E45A85}" type="presParOf" srcId="{C49C7648-9268-450D-8EF8-8F11ACA82375}" destId="{570E270D-E6C5-47BA-B8CB-675B7EA399F6}" srcOrd="0" destOrd="0" presId="urn:microsoft.com/office/officeart/2005/8/layout/hProcess10"/>
    <dgm:cxn modelId="{78E92668-5741-492D-B8C5-27C153B533E9}" type="presParOf" srcId="{C49C7648-9268-450D-8EF8-8F11ACA82375}" destId="{A74F2EE4-770A-4D40-9707-7ED4D4233E2C}" srcOrd="1" destOrd="0" presId="urn:microsoft.com/office/officeart/2005/8/layout/hProcess10"/>
    <dgm:cxn modelId="{07221A2E-41BA-457D-AED3-BD3406FF1035}" type="presParOf" srcId="{D7215BEF-8EEE-4785-A57E-58AFE1F3614D}" destId="{B59F910F-6397-45BB-98D2-25DC773CAFE0}" srcOrd="25" destOrd="0" presId="urn:microsoft.com/office/officeart/2005/8/layout/hProcess10"/>
    <dgm:cxn modelId="{88C9CA04-32A6-45CE-B25E-9EB657AF7CD5}" type="presParOf" srcId="{B59F910F-6397-45BB-98D2-25DC773CAFE0}" destId="{582DC8C3-293D-41AE-871D-D09E66596CED}" srcOrd="0" destOrd="0" presId="urn:microsoft.com/office/officeart/2005/8/layout/hProcess10"/>
    <dgm:cxn modelId="{BBD734B4-3931-48DA-B441-60E431F99F47}" type="presParOf" srcId="{D7215BEF-8EEE-4785-A57E-58AFE1F3614D}" destId="{773B1D44-8A4A-4E89-B639-B6B1380E5124}" srcOrd="26" destOrd="0" presId="urn:microsoft.com/office/officeart/2005/8/layout/hProcess10"/>
    <dgm:cxn modelId="{587FE169-0950-497B-9563-559CC24DFAD2}" type="presParOf" srcId="{773B1D44-8A4A-4E89-B639-B6B1380E5124}" destId="{E34B0009-C8F0-41EB-8BAC-78B95619ABAB}" srcOrd="0" destOrd="0" presId="urn:microsoft.com/office/officeart/2005/8/layout/hProcess10"/>
    <dgm:cxn modelId="{ABE81BB9-9E5B-4137-AD05-EE27C95AB2B3}" type="presParOf" srcId="{773B1D44-8A4A-4E89-B639-B6B1380E5124}" destId="{C4FB3E6E-1F2E-4784-86E1-80D83BC5169E}" srcOrd="1" destOrd="0" presId="urn:microsoft.com/office/officeart/2005/8/layout/hProcess10"/>
    <dgm:cxn modelId="{BC4FBE18-6989-4D5C-8BE6-2ADF84357071}" type="presParOf" srcId="{D7215BEF-8EEE-4785-A57E-58AFE1F3614D}" destId="{0D2FBD22-9C1A-4639-A938-87FB8CEFD8AA}" srcOrd="27" destOrd="0" presId="urn:microsoft.com/office/officeart/2005/8/layout/hProcess10"/>
    <dgm:cxn modelId="{FA987DAA-E244-4800-9464-E3688001577A}" type="presParOf" srcId="{0D2FBD22-9C1A-4639-A938-87FB8CEFD8AA}" destId="{7D0E8C00-4148-4C00-8C16-AD54DBF211E6}" srcOrd="0" destOrd="0" presId="urn:microsoft.com/office/officeart/2005/8/layout/hProcess10"/>
    <dgm:cxn modelId="{AFA22733-71D2-41EA-8BB3-7C3727159173}" type="presParOf" srcId="{D7215BEF-8EEE-4785-A57E-58AFE1F3614D}" destId="{5B945BB3-6618-4E17-990F-5FBA46CCCE83}" srcOrd="28" destOrd="0" presId="urn:microsoft.com/office/officeart/2005/8/layout/hProcess10"/>
    <dgm:cxn modelId="{6C1D1389-221F-4964-A9E1-0FC0FA442164}" type="presParOf" srcId="{5B945BB3-6618-4E17-990F-5FBA46CCCE83}" destId="{265303F8-1B3E-409E-9AD7-ECCF1D6E5216}" srcOrd="0" destOrd="0" presId="urn:microsoft.com/office/officeart/2005/8/layout/hProcess10"/>
    <dgm:cxn modelId="{8A67E612-1181-40DC-88AA-DE3001613D8C}" type="presParOf" srcId="{5B945BB3-6618-4E17-990F-5FBA46CCCE83}" destId="{7506A61C-F7D5-44ED-89FE-5C115BDD63F0}" srcOrd="1" destOrd="0" presId="urn:microsoft.com/office/officeart/2005/8/layout/hProcess10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574806-A070-4778-8F60-BAFD66254F98}">
      <dsp:nvSpPr>
        <dsp:cNvPr id="0" name=""/>
        <dsp:cNvSpPr/>
      </dsp:nvSpPr>
      <dsp:spPr>
        <a:xfrm>
          <a:off x="286" y="1963732"/>
          <a:ext cx="199907" cy="199907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D1EBB1-72CF-43B4-BFE6-1300EAB32544}">
      <dsp:nvSpPr>
        <dsp:cNvPr id="0" name=""/>
        <dsp:cNvSpPr/>
      </dsp:nvSpPr>
      <dsp:spPr>
        <a:xfrm>
          <a:off x="32829" y="2083676"/>
          <a:ext cx="199907" cy="1999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[ Start ]</a:t>
          </a:r>
        </a:p>
      </dsp:txBody>
      <dsp:txXfrm>
        <a:off x="38684" y="2089531"/>
        <a:ext cx="188197" cy="188197"/>
      </dsp:txXfrm>
    </dsp:sp>
    <dsp:sp modelId="{F420D874-4F47-4E48-94F2-EDD113F62731}">
      <dsp:nvSpPr>
        <dsp:cNvPr id="0" name=""/>
        <dsp:cNvSpPr/>
      </dsp:nvSpPr>
      <dsp:spPr>
        <a:xfrm>
          <a:off x="238701" y="2039668"/>
          <a:ext cx="38506" cy="480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400" kern="1200"/>
        </a:p>
      </dsp:txBody>
      <dsp:txXfrm>
        <a:off x="238701" y="2049275"/>
        <a:ext cx="26954" cy="28821"/>
      </dsp:txXfrm>
    </dsp:sp>
    <dsp:sp modelId="{A5B5C62C-7EAF-461A-AEA1-B05BDE14E74A}">
      <dsp:nvSpPr>
        <dsp:cNvPr id="0" name=""/>
        <dsp:cNvSpPr/>
      </dsp:nvSpPr>
      <dsp:spPr>
        <a:xfrm>
          <a:off x="310213" y="1963732"/>
          <a:ext cx="199907" cy="199907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15D364-223C-4D85-B7D0-3DC30EBDAD73}">
      <dsp:nvSpPr>
        <dsp:cNvPr id="0" name=""/>
        <dsp:cNvSpPr/>
      </dsp:nvSpPr>
      <dsp:spPr>
        <a:xfrm>
          <a:off x="342756" y="2083676"/>
          <a:ext cx="199907" cy="1999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↓</a:t>
          </a:r>
        </a:p>
      </dsp:txBody>
      <dsp:txXfrm>
        <a:off x="348611" y="2089531"/>
        <a:ext cx="188197" cy="188197"/>
      </dsp:txXfrm>
    </dsp:sp>
    <dsp:sp modelId="{7660FC2F-B335-46BF-9CA9-D752FFB61068}">
      <dsp:nvSpPr>
        <dsp:cNvPr id="0" name=""/>
        <dsp:cNvSpPr/>
      </dsp:nvSpPr>
      <dsp:spPr>
        <a:xfrm>
          <a:off x="548628" y="2039668"/>
          <a:ext cx="38506" cy="480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400" kern="1200"/>
        </a:p>
      </dsp:txBody>
      <dsp:txXfrm>
        <a:off x="548628" y="2049275"/>
        <a:ext cx="26954" cy="28821"/>
      </dsp:txXfrm>
    </dsp:sp>
    <dsp:sp modelId="{355826DC-F993-49F6-9B89-4185B4DC807F}">
      <dsp:nvSpPr>
        <dsp:cNvPr id="0" name=""/>
        <dsp:cNvSpPr/>
      </dsp:nvSpPr>
      <dsp:spPr>
        <a:xfrm>
          <a:off x="620140" y="1963732"/>
          <a:ext cx="199907" cy="199907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D7144E-E944-4417-99FA-89574269D265}">
      <dsp:nvSpPr>
        <dsp:cNvPr id="0" name=""/>
        <dsp:cNvSpPr/>
      </dsp:nvSpPr>
      <dsp:spPr>
        <a:xfrm>
          <a:off x="652683" y="2083676"/>
          <a:ext cx="199907" cy="1999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[ Image Acquisition ]</a:t>
          </a:r>
        </a:p>
      </dsp:txBody>
      <dsp:txXfrm>
        <a:off x="658538" y="2089531"/>
        <a:ext cx="188197" cy="188197"/>
      </dsp:txXfrm>
    </dsp:sp>
    <dsp:sp modelId="{BB531BFD-2A48-4F06-B3DE-C89A1AFFB64B}">
      <dsp:nvSpPr>
        <dsp:cNvPr id="0" name=""/>
        <dsp:cNvSpPr/>
      </dsp:nvSpPr>
      <dsp:spPr>
        <a:xfrm>
          <a:off x="858554" y="2039668"/>
          <a:ext cx="38506" cy="480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400" kern="1200"/>
        </a:p>
      </dsp:txBody>
      <dsp:txXfrm>
        <a:off x="858554" y="2049275"/>
        <a:ext cx="26954" cy="28821"/>
      </dsp:txXfrm>
    </dsp:sp>
    <dsp:sp modelId="{10238F12-1CE2-45C5-881B-F0CE0D9D8EB6}">
      <dsp:nvSpPr>
        <dsp:cNvPr id="0" name=""/>
        <dsp:cNvSpPr/>
      </dsp:nvSpPr>
      <dsp:spPr>
        <a:xfrm>
          <a:off x="930067" y="1963732"/>
          <a:ext cx="199907" cy="199907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466772-DAB1-4302-A2A5-FD0ACA074D4E}">
      <dsp:nvSpPr>
        <dsp:cNvPr id="0" name=""/>
        <dsp:cNvSpPr/>
      </dsp:nvSpPr>
      <dsp:spPr>
        <a:xfrm>
          <a:off x="962610" y="2083676"/>
          <a:ext cx="199907" cy="1999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↓</a:t>
          </a:r>
        </a:p>
      </dsp:txBody>
      <dsp:txXfrm>
        <a:off x="968465" y="2089531"/>
        <a:ext cx="188197" cy="188197"/>
      </dsp:txXfrm>
    </dsp:sp>
    <dsp:sp modelId="{CE92FF2A-5818-48B1-8673-8A1E368C7F76}">
      <dsp:nvSpPr>
        <dsp:cNvPr id="0" name=""/>
        <dsp:cNvSpPr/>
      </dsp:nvSpPr>
      <dsp:spPr>
        <a:xfrm>
          <a:off x="1168481" y="2039668"/>
          <a:ext cx="38506" cy="480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400" kern="1200"/>
        </a:p>
      </dsp:txBody>
      <dsp:txXfrm>
        <a:off x="1168481" y="2049275"/>
        <a:ext cx="26954" cy="28821"/>
      </dsp:txXfrm>
    </dsp:sp>
    <dsp:sp modelId="{4E716C39-371D-42E2-BF5B-D73750025E2C}">
      <dsp:nvSpPr>
        <dsp:cNvPr id="0" name=""/>
        <dsp:cNvSpPr/>
      </dsp:nvSpPr>
      <dsp:spPr>
        <a:xfrm>
          <a:off x="1239994" y="1963732"/>
          <a:ext cx="199907" cy="199907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82391F-9CAC-4C18-B4C4-7E7B477F2BF4}">
      <dsp:nvSpPr>
        <dsp:cNvPr id="0" name=""/>
        <dsp:cNvSpPr/>
      </dsp:nvSpPr>
      <dsp:spPr>
        <a:xfrm>
          <a:off x="1272537" y="2083676"/>
          <a:ext cx="199907" cy="1999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[ Preprocessing ]</a:t>
          </a:r>
        </a:p>
      </dsp:txBody>
      <dsp:txXfrm>
        <a:off x="1278392" y="2089531"/>
        <a:ext cx="188197" cy="188197"/>
      </dsp:txXfrm>
    </dsp:sp>
    <dsp:sp modelId="{A3441D01-39AC-45F3-A38B-4A63381EAD14}">
      <dsp:nvSpPr>
        <dsp:cNvPr id="0" name=""/>
        <dsp:cNvSpPr/>
      </dsp:nvSpPr>
      <dsp:spPr>
        <a:xfrm>
          <a:off x="1478408" y="2039668"/>
          <a:ext cx="38506" cy="480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400" kern="1200"/>
        </a:p>
      </dsp:txBody>
      <dsp:txXfrm>
        <a:off x="1478408" y="2049275"/>
        <a:ext cx="26954" cy="28821"/>
      </dsp:txXfrm>
    </dsp:sp>
    <dsp:sp modelId="{52E5EF6F-1824-4A51-8F40-6FBE4B3B6ED7}">
      <dsp:nvSpPr>
        <dsp:cNvPr id="0" name=""/>
        <dsp:cNvSpPr/>
      </dsp:nvSpPr>
      <dsp:spPr>
        <a:xfrm>
          <a:off x="1549920" y="1963732"/>
          <a:ext cx="199907" cy="199907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86AA99-2728-43CD-9C1E-44C916DA400B}">
      <dsp:nvSpPr>
        <dsp:cNvPr id="0" name=""/>
        <dsp:cNvSpPr/>
      </dsp:nvSpPr>
      <dsp:spPr>
        <a:xfrm>
          <a:off x="1582464" y="2083676"/>
          <a:ext cx="199907" cy="1999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↓</a:t>
          </a:r>
        </a:p>
      </dsp:txBody>
      <dsp:txXfrm>
        <a:off x="1588319" y="2089531"/>
        <a:ext cx="188197" cy="188197"/>
      </dsp:txXfrm>
    </dsp:sp>
    <dsp:sp modelId="{24285D7F-75F6-49AD-B72C-0D98EBD90B09}">
      <dsp:nvSpPr>
        <dsp:cNvPr id="0" name=""/>
        <dsp:cNvSpPr/>
      </dsp:nvSpPr>
      <dsp:spPr>
        <a:xfrm>
          <a:off x="1788335" y="2039668"/>
          <a:ext cx="38506" cy="480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400" kern="1200"/>
        </a:p>
      </dsp:txBody>
      <dsp:txXfrm>
        <a:off x="1788335" y="2049275"/>
        <a:ext cx="26954" cy="28821"/>
      </dsp:txXfrm>
    </dsp:sp>
    <dsp:sp modelId="{60BAB865-2AF8-46F9-813A-24EE47DC39A7}">
      <dsp:nvSpPr>
        <dsp:cNvPr id="0" name=""/>
        <dsp:cNvSpPr/>
      </dsp:nvSpPr>
      <dsp:spPr>
        <a:xfrm>
          <a:off x="1859847" y="1963732"/>
          <a:ext cx="199907" cy="199907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E7DC2E-54C8-4F22-8C35-E3C095C05D24}">
      <dsp:nvSpPr>
        <dsp:cNvPr id="0" name=""/>
        <dsp:cNvSpPr/>
      </dsp:nvSpPr>
      <dsp:spPr>
        <a:xfrm>
          <a:off x="1892390" y="2083676"/>
          <a:ext cx="199907" cy="1999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[ CNN Model ]</a:t>
          </a:r>
        </a:p>
      </dsp:txBody>
      <dsp:txXfrm>
        <a:off x="1898245" y="2089531"/>
        <a:ext cx="188197" cy="188197"/>
      </dsp:txXfrm>
    </dsp:sp>
    <dsp:sp modelId="{8DE57FB1-0B85-48EB-B86D-695900A5327A}">
      <dsp:nvSpPr>
        <dsp:cNvPr id="0" name=""/>
        <dsp:cNvSpPr/>
      </dsp:nvSpPr>
      <dsp:spPr>
        <a:xfrm>
          <a:off x="2098262" y="2039668"/>
          <a:ext cx="38506" cy="480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400" kern="1200"/>
        </a:p>
      </dsp:txBody>
      <dsp:txXfrm>
        <a:off x="2098262" y="2049275"/>
        <a:ext cx="26954" cy="28821"/>
      </dsp:txXfrm>
    </dsp:sp>
    <dsp:sp modelId="{7928F2A2-CABD-4584-9ED1-76AA4E50B08E}">
      <dsp:nvSpPr>
        <dsp:cNvPr id="0" name=""/>
        <dsp:cNvSpPr/>
      </dsp:nvSpPr>
      <dsp:spPr>
        <a:xfrm>
          <a:off x="2169774" y="1963732"/>
          <a:ext cx="199907" cy="199907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124A66-6111-43F6-B954-B685B75DAB98}">
      <dsp:nvSpPr>
        <dsp:cNvPr id="0" name=""/>
        <dsp:cNvSpPr/>
      </dsp:nvSpPr>
      <dsp:spPr>
        <a:xfrm>
          <a:off x="2202317" y="2083676"/>
          <a:ext cx="199907" cy="1999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↓</a:t>
          </a:r>
        </a:p>
      </dsp:txBody>
      <dsp:txXfrm>
        <a:off x="2208172" y="2089531"/>
        <a:ext cx="188197" cy="188197"/>
      </dsp:txXfrm>
    </dsp:sp>
    <dsp:sp modelId="{25DE5A79-0ED2-4B44-9CCE-77414E057A5C}">
      <dsp:nvSpPr>
        <dsp:cNvPr id="0" name=""/>
        <dsp:cNvSpPr/>
      </dsp:nvSpPr>
      <dsp:spPr>
        <a:xfrm>
          <a:off x="2408188" y="2039668"/>
          <a:ext cx="38506" cy="480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400" kern="1200"/>
        </a:p>
      </dsp:txBody>
      <dsp:txXfrm>
        <a:off x="2408188" y="2049275"/>
        <a:ext cx="26954" cy="28821"/>
      </dsp:txXfrm>
    </dsp:sp>
    <dsp:sp modelId="{43888824-EBE6-41D9-9182-92607E212DF2}">
      <dsp:nvSpPr>
        <dsp:cNvPr id="0" name=""/>
        <dsp:cNvSpPr/>
      </dsp:nvSpPr>
      <dsp:spPr>
        <a:xfrm>
          <a:off x="2479701" y="1963732"/>
          <a:ext cx="199907" cy="199907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6B2261-B405-48A1-BBD2-352839CB1953}">
      <dsp:nvSpPr>
        <dsp:cNvPr id="0" name=""/>
        <dsp:cNvSpPr/>
      </dsp:nvSpPr>
      <dsp:spPr>
        <a:xfrm>
          <a:off x="2512244" y="2083676"/>
          <a:ext cx="199907" cy="1999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[ Prediction ]</a:t>
          </a:r>
        </a:p>
      </dsp:txBody>
      <dsp:txXfrm>
        <a:off x="2518099" y="2089531"/>
        <a:ext cx="188197" cy="188197"/>
      </dsp:txXfrm>
    </dsp:sp>
    <dsp:sp modelId="{38CF4360-851A-448A-B48D-1A13CB722505}">
      <dsp:nvSpPr>
        <dsp:cNvPr id="0" name=""/>
        <dsp:cNvSpPr/>
      </dsp:nvSpPr>
      <dsp:spPr>
        <a:xfrm>
          <a:off x="2718115" y="2039668"/>
          <a:ext cx="38506" cy="480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400" kern="1200"/>
        </a:p>
      </dsp:txBody>
      <dsp:txXfrm>
        <a:off x="2718115" y="2049275"/>
        <a:ext cx="26954" cy="28821"/>
      </dsp:txXfrm>
    </dsp:sp>
    <dsp:sp modelId="{FB89671F-393B-41B5-808A-E4796564C0D9}">
      <dsp:nvSpPr>
        <dsp:cNvPr id="0" name=""/>
        <dsp:cNvSpPr/>
      </dsp:nvSpPr>
      <dsp:spPr>
        <a:xfrm>
          <a:off x="2789628" y="1963732"/>
          <a:ext cx="199907" cy="199907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5CE5F8-7D02-426E-BC27-B8EA77D310A3}">
      <dsp:nvSpPr>
        <dsp:cNvPr id="0" name=""/>
        <dsp:cNvSpPr/>
      </dsp:nvSpPr>
      <dsp:spPr>
        <a:xfrm>
          <a:off x="2822171" y="2083676"/>
          <a:ext cx="199907" cy="1999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↓</a:t>
          </a:r>
        </a:p>
      </dsp:txBody>
      <dsp:txXfrm>
        <a:off x="2828026" y="2089531"/>
        <a:ext cx="188197" cy="188197"/>
      </dsp:txXfrm>
    </dsp:sp>
    <dsp:sp modelId="{56BE68CF-0B0C-410C-89B1-73C784615A4D}">
      <dsp:nvSpPr>
        <dsp:cNvPr id="0" name=""/>
        <dsp:cNvSpPr/>
      </dsp:nvSpPr>
      <dsp:spPr>
        <a:xfrm>
          <a:off x="3028042" y="2039668"/>
          <a:ext cx="38506" cy="480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400" kern="1200"/>
        </a:p>
      </dsp:txBody>
      <dsp:txXfrm>
        <a:off x="3028042" y="2049275"/>
        <a:ext cx="26954" cy="28821"/>
      </dsp:txXfrm>
    </dsp:sp>
    <dsp:sp modelId="{AAE01771-D843-4E47-AE0F-4C5B5923EF46}">
      <dsp:nvSpPr>
        <dsp:cNvPr id="0" name=""/>
        <dsp:cNvSpPr/>
      </dsp:nvSpPr>
      <dsp:spPr>
        <a:xfrm>
          <a:off x="3099555" y="1963732"/>
          <a:ext cx="199907" cy="199907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832CC4-C600-4CD3-9C3E-C32604D814A9}">
      <dsp:nvSpPr>
        <dsp:cNvPr id="0" name=""/>
        <dsp:cNvSpPr/>
      </dsp:nvSpPr>
      <dsp:spPr>
        <a:xfrm>
          <a:off x="3132098" y="2083676"/>
          <a:ext cx="199907" cy="1999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[ Solution Recommendation ]</a:t>
          </a:r>
        </a:p>
      </dsp:txBody>
      <dsp:txXfrm>
        <a:off x="3137953" y="2089531"/>
        <a:ext cx="188197" cy="188197"/>
      </dsp:txXfrm>
    </dsp:sp>
    <dsp:sp modelId="{D140E5AC-C0C1-4A5D-BA8B-86006D0F5887}">
      <dsp:nvSpPr>
        <dsp:cNvPr id="0" name=""/>
        <dsp:cNvSpPr/>
      </dsp:nvSpPr>
      <dsp:spPr>
        <a:xfrm>
          <a:off x="3337969" y="2039668"/>
          <a:ext cx="38506" cy="480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400" kern="1200"/>
        </a:p>
      </dsp:txBody>
      <dsp:txXfrm>
        <a:off x="3337969" y="2049275"/>
        <a:ext cx="26954" cy="28821"/>
      </dsp:txXfrm>
    </dsp:sp>
    <dsp:sp modelId="{F2A27D7E-E2F4-45D8-BD9E-63AB1E3599F0}">
      <dsp:nvSpPr>
        <dsp:cNvPr id="0" name=""/>
        <dsp:cNvSpPr/>
      </dsp:nvSpPr>
      <dsp:spPr>
        <a:xfrm>
          <a:off x="3409481" y="1963732"/>
          <a:ext cx="199907" cy="199907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729ED1-6E2C-4AFF-9C76-CF6238BBA6D7}">
      <dsp:nvSpPr>
        <dsp:cNvPr id="0" name=""/>
        <dsp:cNvSpPr/>
      </dsp:nvSpPr>
      <dsp:spPr>
        <a:xfrm>
          <a:off x="3442024" y="2083676"/>
          <a:ext cx="199907" cy="1999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↓</a:t>
          </a:r>
        </a:p>
      </dsp:txBody>
      <dsp:txXfrm>
        <a:off x="3447879" y="2089531"/>
        <a:ext cx="188197" cy="188197"/>
      </dsp:txXfrm>
    </dsp:sp>
    <dsp:sp modelId="{E5B6A4B2-FC66-42D3-869C-ADF388E7E390}">
      <dsp:nvSpPr>
        <dsp:cNvPr id="0" name=""/>
        <dsp:cNvSpPr/>
      </dsp:nvSpPr>
      <dsp:spPr>
        <a:xfrm>
          <a:off x="3647896" y="2039668"/>
          <a:ext cx="38506" cy="480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400" kern="1200"/>
        </a:p>
      </dsp:txBody>
      <dsp:txXfrm>
        <a:off x="3647896" y="2049275"/>
        <a:ext cx="26954" cy="28821"/>
      </dsp:txXfrm>
    </dsp:sp>
    <dsp:sp modelId="{570E270D-E6C5-47BA-B8CB-675B7EA399F6}">
      <dsp:nvSpPr>
        <dsp:cNvPr id="0" name=""/>
        <dsp:cNvSpPr/>
      </dsp:nvSpPr>
      <dsp:spPr>
        <a:xfrm>
          <a:off x="3719408" y="1963732"/>
          <a:ext cx="199907" cy="199907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4F2EE4-770A-4D40-9707-7ED4D4233E2C}">
      <dsp:nvSpPr>
        <dsp:cNvPr id="0" name=""/>
        <dsp:cNvSpPr/>
      </dsp:nvSpPr>
      <dsp:spPr>
        <a:xfrm>
          <a:off x="3751951" y="2083676"/>
          <a:ext cx="199907" cy="1999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[ Web Interface: Display Results ]</a:t>
          </a:r>
        </a:p>
      </dsp:txBody>
      <dsp:txXfrm>
        <a:off x="3757806" y="2089531"/>
        <a:ext cx="188197" cy="188197"/>
      </dsp:txXfrm>
    </dsp:sp>
    <dsp:sp modelId="{B59F910F-6397-45BB-98D2-25DC773CAFE0}">
      <dsp:nvSpPr>
        <dsp:cNvPr id="0" name=""/>
        <dsp:cNvSpPr/>
      </dsp:nvSpPr>
      <dsp:spPr>
        <a:xfrm>
          <a:off x="3957823" y="2039668"/>
          <a:ext cx="38506" cy="480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400" kern="1200"/>
        </a:p>
      </dsp:txBody>
      <dsp:txXfrm>
        <a:off x="3957823" y="2049275"/>
        <a:ext cx="26954" cy="28821"/>
      </dsp:txXfrm>
    </dsp:sp>
    <dsp:sp modelId="{E34B0009-C8F0-41EB-8BAC-78B95619ABAB}">
      <dsp:nvSpPr>
        <dsp:cNvPr id="0" name=""/>
        <dsp:cNvSpPr/>
      </dsp:nvSpPr>
      <dsp:spPr>
        <a:xfrm>
          <a:off x="4029335" y="1963732"/>
          <a:ext cx="199907" cy="199907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FB3E6E-1F2E-4784-86E1-80D83BC5169E}">
      <dsp:nvSpPr>
        <dsp:cNvPr id="0" name=""/>
        <dsp:cNvSpPr/>
      </dsp:nvSpPr>
      <dsp:spPr>
        <a:xfrm>
          <a:off x="4061878" y="2083676"/>
          <a:ext cx="199907" cy="1999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↓</a:t>
          </a:r>
        </a:p>
      </dsp:txBody>
      <dsp:txXfrm>
        <a:off x="4067733" y="2089531"/>
        <a:ext cx="188197" cy="188197"/>
      </dsp:txXfrm>
    </dsp:sp>
    <dsp:sp modelId="{0D2FBD22-9C1A-4639-A938-87FB8CEFD8AA}">
      <dsp:nvSpPr>
        <dsp:cNvPr id="0" name=""/>
        <dsp:cNvSpPr/>
      </dsp:nvSpPr>
      <dsp:spPr>
        <a:xfrm>
          <a:off x="4267749" y="2039668"/>
          <a:ext cx="38506" cy="480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400" kern="1200"/>
        </a:p>
      </dsp:txBody>
      <dsp:txXfrm>
        <a:off x="4267749" y="2049275"/>
        <a:ext cx="26954" cy="28821"/>
      </dsp:txXfrm>
    </dsp:sp>
    <dsp:sp modelId="{265303F8-1B3E-409E-9AD7-ECCF1D6E5216}">
      <dsp:nvSpPr>
        <dsp:cNvPr id="0" name=""/>
        <dsp:cNvSpPr/>
      </dsp:nvSpPr>
      <dsp:spPr>
        <a:xfrm>
          <a:off x="4339262" y="1963732"/>
          <a:ext cx="199907" cy="199907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06A61C-F7D5-44ED-89FE-5C115BDD63F0}">
      <dsp:nvSpPr>
        <dsp:cNvPr id="0" name=""/>
        <dsp:cNvSpPr/>
      </dsp:nvSpPr>
      <dsp:spPr>
        <a:xfrm>
          <a:off x="4371805" y="2083676"/>
          <a:ext cx="199907" cy="1999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[ End ]</a:t>
          </a:r>
        </a:p>
      </dsp:txBody>
      <dsp:txXfrm>
        <a:off x="4377660" y="2089531"/>
        <a:ext cx="188197" cy="1881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0">
  <dgm:title val=""/>
  <dgm:desc val=""/>
  <dgm:catLst>
    <dgm:cat type="process" pri="3000"/>
    <dgm:cat type="picture" pri="30000"/>
    <dgm:cat type="pictureconvert" pri="3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op="equ" fact="0.3333"/>
      <dgm:constr type="primFontSz" for="des" forName="txNode" op="equ" val="65"/>
      <dgm:constr type="primFontSz" for="des" forName="connTx" op="equ" val="55"/>
      <dgm:constr type="primFontSz" for="des" forName="connTx" refType="primFontSz" refFor="des" refForName="txNode" op="lte" fact="0.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imagSh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 refType="w" fact="0.14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if>
          <dgm:else name="Name7">
            <dgm:constrLst>
              <dgm:constr type="l" for="ch" forName="imagSh" refType="w" fact="0.14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else>
        </dgm:choose>
        <dgm:ruleLst/>
        <dgm:layoutNode name="imagSh" styleLbl="b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x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imagSh"/>
            <dgm:param type="dstNode" val="imagSh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35"/>
            <dgm:constr type="endPad" refType="connDist" fact="0.3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8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8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E3ACE1-1B30-464E-8EE6-DCFACB3D93A3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30538" y="644525"/>
            <a:ext cx="3082925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8088"/>
            <a:ext cx="7315200" cy="20288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91088"/>
            <a:ext cx="3962400" cy="2587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91088"/>
            <a:ext cx="3962400" cy="2587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E13C5C-542B-4C90-B01C-1AE597DA1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774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E13C5C-542B-4C90-B01C-1AE597DA18E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9533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E13C5C-542B-4C90-B01C-1AE597DA18E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8865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E13C5C-542B-4C90-B01C-1AE597DA18E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773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200150" y="1792268"/>
            <a:ext cx="6743700" cy="1235964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285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3268438"/>
            <a:ext cx="5101209" cy="931069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6A45F-5F20-4B90-968C-E5D9FE549384}" type="datetime1">
              <a:rPr lang="en-US" smtClean="0"/>
              <a:t>3/16/2025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1402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6A45F-5F20-4B90-968C-E5D9FE549384}" type="datetime1">
              <a:rPr lang="en-US" smtClean="0"/>
              <a:t>3/16/2025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858189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200150" y="1792268"/>
            <a:ext cx="6743700" cy="1235964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285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3268379"/>
            <a:ext cx="5101209" cy="949983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6A45F-5F20-4B90-968C-E5D9FE549384}" type="datetime1">
              <a:rPr lang="en-US" smtClean="0"/>
              <a:t>3/16/2025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19052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6434" y="1980975"/>
            <a:ext cx="3203828" cy="2329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1980975"/>
            <a:ext cx="3202685" cy="2329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6A45F-5F20-4B90-968C-E5D9FE549384}" type="datetime1">
              <a:rPr lang="en-US" smtClean="0"/>
              <a:t>3/16/2025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35347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7577" y="1737217"/>
            <a:ext cx="3202686" cy="52871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425" b="0" cap="all" spc="75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7577" y="2360348"/>
            <a:ext cx="3202686" cy="19499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2360348"/>
            <a:ext cx="3190113" cy="194998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1737217"/>
            <a:ext cx="3202686" cy="52871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425" b="0" cap="all" spc="75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6A45F-5F20-4B90-968C-E5D9FE549384}" type="datetime1">
              <a:rPr lang="en-US" smtClean="0"/>
              <a:t>3/16/2025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04740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F9056-1907-4DD4-8050-1C63BCC769E3}" type="datetime1">
              <a:rPr lang="en-US" smtClean="0"/>
              <a:t>3/16/2025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159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3393E-0B60-4ABD-9D53-CA5C8F2FF6A2}" type="datetime1">
              <a:rPr lang="en-US" smtClean="0"/>
              <a:t>3/16/2025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4640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51498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03504" y="1684949"/>
            <a:ext cx="3364992" cy="85718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165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604249"/>
            <a:ext cx="3611880" cy="3941352"/>
          </a:xfrm>
        </p:spPr>
        <p:txBody>
          <a:bodyPr>
            <a:normAutofit/>
          </a:bodyPr>
          <a:lstStyle>
            <a:lvl1pPr>
              <a:defRPr sz="1425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76" y="2665725"/>
            <a:ext cx="2846070" cy="1647559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6A45F-5F20-4B90-968C-E5D9FE549384}" type="datetime1">
              <a:rPr lang="en-US" smtClean="0"/>
              <a:t>3/16/2025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03504" y="4682930"/>
            <a:ext cx="3843598" cy="240326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04595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51498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06392" y="1684948"/>
            <a:ext cx="3371249" cy="852031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165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0"/>
            <a:ext cx="4576573" cy="514985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24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76" y="2665726"/>
            <a:ext cx="2846070" cy="1647559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FB6A45F-5F20-4B90-968C-E5D9FE549384}" type="datetime1">
              <a:rPr lang="en-US" smtClean="0"/>
              <a:t>3/16/2025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03504" y="4682930"/>
            <a:ext cx="3843598" cy="240326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0377985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6A45F-5F20-4B90-968C-E5D9FE549384}" type="datetime1">
              <a:rPr lang="en-US" smtClean="0"/>
              <a:t>3/16/2025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946709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703813"/>
            <a:ext cx="973956" cy="374222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3352" y="703813"/>
            <a:ext cx="4648867" cy="37422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6A45F-5F20-4B90-968C-E5D9FE549384}" type="datetime1">
              <a:rPr lang="en-US" smtClean="0"/>
              <a:t>3/16/2025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482366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73352" y="724412"/>
            <a:ext cx="5797296" cy="892641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3352" y="1980976"/>
            <a:ext cx="5797296" cy="2329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866072" y="4684889"/>
            <a:ext cx="2065310" cy="2432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FB6A45F-5F20-4B90-968C-E5D9FE549384}" type="datetime1">
              <a:rPr lang="en-US" smtClean="0"/>
              <a:t>3/16/2025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00150" y="4682930"/>
            <a:ext cx="4425892" cy="2403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69192" y="4669197"/>
            <a:ext cx="274320" cy="274659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825" spc="0" baseline="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1299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hdr="0" ftr="0" dt="0"/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2100" kern="1200" cap="all" spc="15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290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143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68580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8572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984647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113235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43013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412081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1419541"/>
            <a:ext cx="6895119" cy="8130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600" b="1" dirty="0">
                <a:latin typeface="Times New Roman"/>
                <a:cs typeface="Times New Roman"/>
              </a:rPr>
              <a:t>“ TOMATO LEAF DISEASE PREDICTION USING CNN ”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03AC625-C317-9030-2FDB-9F44F1096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</a:t>
            </a:fld>
            <a:endParaRPr lang="en-IN"/>
          </a:p>
        </p:txBody>
      </p:sp>
      <p:sp>
        <p:nvSpPr>
          <p:cNvPr id="3" name="object 3"/>
          <p:cNvSpPr txBox="1"/>
          <p:nvPr/>
        </p:nvSpPr>
        <p:spPr>
          <a:xfrm>
            <a:off x="889317" y="3299071"/>
            <a:ext cx="1242695" cy="226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1400" b="1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  <a:endParaRPr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9317" y="3642475"/>
            <a:ext cx="1936750" cy="4552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90"/>
              </a:spcBef>
            </a:pPr>
            <a:r>
              <a:rPr lang="en-US" sz="1400" dirty="0">
                <a:latin typeface="Times New Roman"/>
                <a:cs typeface="Times New Roman"/>
              </a:rPr>
              <a:t>Nirmitha S</a:t>
            </a:r>
          </a:p>
          <a:p>
            <a:pPr algn="l">
              <a:lnSpc>
                <a:spcPct val="100000"/>
              </a:lnSpc>
              <a:spcBef>
                <a:spcPts val="90"/>
              </a:spcBef>
            </a:pPr>
            <a:r>
              <a:rPr sz="1400" spc="-10" dirty="0">
                <a:latin typeface="Times New Roman"/>
                <a:cs typeface="Times New Roman"/>
              </a:rPr>
              <a:t>1</a:t>
            </a:r>
            <a:r>
              <a:rPr lang="en-US" sz="1400" spc="-10" dirty="0">
                <a:latin typeface="Times New Roman"/>
                <a:cs typeface="Times New Roman"/>
              </a:rPr>
              <a:t>BG24SCS12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09946" y="3232256"/>
            <a:ext cx="1267460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z="1400" b="1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</a:t>
            </a:r>
            <a:endParaRPr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40754" y="3641725"/>
            <a:ext cx="3655060" cy="664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" algn="l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latin typeface="Times New Roman"/>
                <a:cs typeface="Times New Roman"/>
              </a:rPr>
              <a:t>Dr.</a:t>
            </a:r>
            <a:r>
              <a:rPr lang="en-US" sz="1400" spc="-40" dirty="0">
                <a:latin typeface="Times New Roman"/>
                <a:cs typeface="Times New Roman"/>
              </a:rPr>
              <a:t> Geetha S</a:t>
            </a:r>
            <a:endParaRPr sz="1400" dirty="0">
              <a:latin typeface="Times New Roman"/>
              <a:cs typeface="Times New Roman"/>
            </a:endParaRPr>
          </a:p>
          <a:p>
            <a:pPr marL="2540" algn="l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Professor</a:t>
            </a:r>
            <a:r>
              <a:rPr lang="en-US" sz="1400" spc="-10" dirty="0">
                <a:latin typeface="Times New Roman"/>
                <a:cs typeface="Times New Roman"/>
              </a:rPr>
              <a:t> </a:t>
            </a:r>
            <a:endParaRPr sz="1400" dirty="0">
              <a:latin typeface="Times New Roman"/>
              <a:cs typeface="Times New Roman"/>
            </a:endParaRPr>
          </a:p>
          <a:p>
            <a:pPr algn="l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Times New Roman"/>
                <a:cs typeface="Times New Roman"/>
              </a:rPr>
              <a:t>Department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215" dirty="0">
                <a:latin typeface="Times New Roman"/>
                <a:cs typeface="Times New Roman"/>
              </a:rPr>
              <a:t> </a:t>
            </a:r>
            <a:r>
              <a:rPr lang="en-US" sz="1400" spc="215" dirty="0">
                <a:latin typeface="Times New Roman"/>
                <a:cs typeface="Times New Roman"/>
              </a:rPr>
              <a:t>CSE, BNMIT</a:t>
            </a:r>
            <a:endParaRPr sz="1400" dirty="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4091" y="225551"/>
            <a:ext cx="5780836" cy="61264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85719" y="103631"/>
            <a:ext cx="996152" cy="103022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705225" y="850772"/>
            <a:ext cx="14605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Arial Black"/>
                <a:cs typeface="Arial Black"/>
              </a:rPr>
              <a:t>Department</a:t>
            </a:r>
            <a:r>
              <a:rPr sz="1200" spc="-75" dirty="0">
                <a:latin typeface="Arial Black"/>
                <a:cs typeface="Arial Black"/>
              </a:rPr>
              <a:t> </a:t>
            </a:r>
            <a:r>
              <a:rPr sz="1200" spc="-40" dirty="0">
                <a:latin typeface="Arial Black"/>
                <a:cs typeface="Arial Black"/>
              </a:rPr>
              <a:t>of</a:t>
            </a:r>
            <a:r>
              <a:rPr sz="1200" spc="-65" dirty="0">
                <a:latin typeface="Arial Black"/>
                <a:cs typeface="Arial Black"/>
              </a:rPr>
              <a:t> </a:t>
            </a:r>
            <a:r>
              <a:rPr sz="1200" spc="-145" dirty="0">
                <a:latin typeface="Arial Black"/>
                <a:cs typeface="Arial Black"/>
              </a:rPr>
              <a:t>CSE</a:t>
            </a:r>
            <a:endParaRPr sz="12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91052"/>
            <a:ext cx="4119143" cy="685238"/>
          </a:xfrm>
          <a:prstGeom prst="rect">
            <a:avLst/>
          </a:prstGeom>
        </p:spPr>
        <p:txBody>
          <a:bodyPr vert="horz" wrap="square" lIns="0" tIns="282371" rIns="0" bIns="0" rtlCol="0">
            <a:spAutoFit/>
          </a:bodyPr>
          <a:lstStyle/>
          <a:p>
            <a:pPr marL="83185">
              <a:lnSpc>
                <a:spcPct val="100000"/>
              </a:lnSpc>
              <a:spcBef>
                <a:spcPts val="105"/>
              </a:spcBef>
            </a:pPr>
            <a:r>
              <a:rPr sz="2600" b="1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65B5AC-F5E3-F699-70A1-289B09953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</a:t>
            </a:fld>
            <a:endParaRPr lang="en-IN"/>
          </a:p>
        </p:txBody>
      </p:sp>
      <p:sp>
        <p:nvSpPr>
          <p:cNvPr id="3" name="object 3"/>
          <p:cNvSpPr txBox="1"/>
          <p:nvPr/>
        </p:nvSpPr>
        <p:spPr>
          <a:xfrm>
            <a:off x="304800" y="898525"/>
            <a:ext cx="4800600" cy="399981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0"/>
              </a:spcBef>
              <a:buSzPct val="128571"/>
              <a:buFont typeface="Microsoft Sans Serif"/>
              <a:buChar char="•"/>
              <a:tabLst>
                <a:tab pos="299085" algn="l"/>
              </a:tabLst>
            </a:pP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9085" indent="-286385">
              <a:lnSpc>
                <a:spcPct val="100000"/>
              </a:lnSpc>
              <a:spcBef>
                <a:spcPts val="1685"/>
              </a:spcBef>
              <a:buSzPct val="128571"/>
              <a:buFont typeface="Microsoft Sans Serif"/>
              <a:buChar char="•"/>
              <a:tabLst>
                <a:tab pos="299085" algn="l"/>
              </a:tabLst>
            </a:pPr>
            <a:r>
              <a:rPr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sz="2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9085" indent="-286385">
              <a:lnSpc>
                <a:spcPct val="100000"/>
              </a:lnSpc>
              <a:spcBef>
                <a:spcPts val="1680"/>
              </a:spcBef>
              <a:buSzPct val="128571"/>
              <a:buFont typeface="Microsoft Sans Serif"/>
              <a:buChar char="•"/>
              <a:tabLst>
                <a:tab pos="299085" algn="l"/>
              </a:tabLst>
            </a:pP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sz="2000" spc="2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lang="en-US" sz="20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9085" indent="-286385">
              <a:lnSpc>
                <a:spcPct val="100000"/>
              </a:lnSpc>
              <a:spcBef>
                <a:spcPts val="1680"/>
              </a:spcBef>
              <a:buSzPct val="128571"/>
              <a:buFont typeface="Microsoft Sans Serif"/>
              <a:buChar char="•"/>
              <a:tabLst>
                <a:tab pos="299085" algn="l"/>
              </a:tabLst>
            </a:pPr>
            <a:r>
              <a:rPr lang="en-IN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Motivations</a:t>
            </a:r>
            <a:endParaRPr lang="en-US" sz="20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9085" indent="-286385">
              <a:lnSpc>
                <a:spcPct val="100000"/>
              </a:lnSpc>
              <a:spcBef>
                <a:spcPts val="1680"/>
              </a:spcBef>
              <a:buSzPct val="128571"/>
              <a:buFont typeface="Microsoft Sans Serif"/>
              <a:buChar char="•"/>
              <a:tabLst>
                <a:tab pos="299085" algn="l"/>
              </a:tabLst>
            </a:pPr>
            <a:r>
              <a:rPr lang="en-US"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marL="299085" indent="-286385">
              <a:lnSpc>
                <a:spcPct val="100000"/>
              </a:lnSpc>
              <a:spcBef>
                <a:spcPts val="1680"/>
              </a:spcBef>
              <a:buSzPct val="128571"/>
              <a:buFont typeface="Microsoft Sans Serif"/>
              <a:buChar char="•"/>
              <a:tabLst>
                <a:tab pos="299085" algn="l"/>
              </a:tabLst>
            </a:pPr>
            <a:r>
              <a:rPr lang="en-US"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9085" indent="-286385">
              <a:lnSpc>
                <a:spcPct val="100000"/>
              </a:lnSpc>
              <a:spcBef>
                <a:spcPts val="1680"/>
              </a:spcBef>
              <a:buSzPct val="128571"/>
              <a:buFont typeface="Microsoft Sans Serif"/>
              <a:buChar char="•"/>
              <a:tabLst>
                <a:tab pos="299085" algn="l"/>
              </a:tabLst>
            </a:pPr>
            <a:r>
              <a:rPr lang="en-US"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Enhancements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9085" indent="-286385">
              <a:lnSpc>
                <a:spcPct val="100000"/>
              </a:lnSpc>
              <a:spcBef>
                <a:spcPts val="1680"/>
              </a:spcBef>
              <a:buSzPct val="128571"/>
              <a:buFont typeface="Microsoft Sans Serif"/>
              <a:buChar char="•"/>
              <a:tabLst>
                <a:tab pos="299085" algn="l"/>
              </a:tabLst>
            </a:pP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1949" y="0"/>
            <a:ext cx="4119143" cy="557203"/>
          </a:xfrm>
          <a:prstGeom prst="rect">
            <a:avLst/>
          </a:prstGeom>
        </p:spPr>
        <p:txBody>
          <a:bodyPr vert="horz" wrap="square" lIns="0" tIns="155574" rIns="0" bIns="0" rtlCol="0">
            <a:spAutoFit/>
          </a:bodyPr>
          <a:lstStyle/>
          <a:p>
            <a:pPr marL="53340">
              <a:lnSpc>
                <a:spcPct val="100000"/>
              </a:lnSpc>
              <a:spcBef>
                <a:spcPts val="95"/>
              </a:spcBef>
            </a:pPr>
            <a:r>
              <a:rPr sz="2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27598-82F5-D7C7-53DC-541EB8C1B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</a:t>
            </a:fld>
            <a:endParaRPr lang="en-IN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07680" y="0"/>
            <a:ext cx="997937" cy="10302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41FD36-83C8-8ED4-0426-2D6506D7EA63}"/>
              </a:ext>
            </a:extLst>
          </p:cNvPr>
          <p:cNvSpPr txBox="1"/>
          <p:nvPr/>
        </p:nvSpPr>
        <p:spPr>
          <a:xfrm>
            <a:off x="609600" y="735960"/>
            <a:ext cx="7543800" cy="3597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8160" lvl="1" indent="-2286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Plants, particularly tomatoes, are susceptible to various diseases, impacting crop yield and quality.</a:t>
            </a:r>
          </a:p>
          <a:p>
            <a:pPr marL="518160" lvl="1" indent="-2286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Traditional disease detection methods rely on manual inspection, which is time-consuming and prone to errors.</a:t>
            </a:r>
          </a:p>
          <a:p>
            <a:pPr marL="518160" lvl="1" indent="-2286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project leverages Convolutional Neural Networks (CNNs) to automatically classify tomato leaf diseases.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8160" lvl="1" indent="-2286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system aims to provide farmers with a reliable and efficient tool for early disease detection and management.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9531" y="326593"/>
            <a:ext cx="4862069" cy="495391"/>
          </a:xfrm>
          <a:prstGeom prst="rect">
            <a:avLst/>
          </a:prstGeom>
        </p:spPr>
        <p:txBody>
          <a:bodyPr vert="horz" wrap="square" lIns="0" tIns="94360" rIns="0" bIns="0" rtlCol="0">
            <a:spAutoFit/>
          </a:bodyPr>
          <a:lstStyle/>
          <a:p>
            <a:pPr marL="83185">
              <a:lnSpc>
                <a:spcPct val="100000"/>
              </a:lnSpc>
              <a:spcBef>
                <a:spcPts val="110"/>
              </a:spcBef>
            </a:pPr>
            <a:r>
              <a:rPr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sz="2600" b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sz="2600" b="1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600" b="1"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233F10-4304-6132-0B3D-BDCA10B20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</a:t>
            </a:fld>
            <a:endParaRPr lang="en-IN"/>
          </a:p>
        </p:txBody>
      </p:sp>
      <p:sp>
        <p:nvSpPr>
          <p:cNvPr id="3" name="object 3"/>
          <p:cNvSpPr txBox="1"/>
          <p:nvPr/>
        </p:nvSpPr>
        <p:spPr>
          <a:xfrm>
            <a:off x="500861" y="1050925"/>
            <a:ext cx="7875626" cy="373871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10"/>
              </a:spcBef>
              <a:buSzPct val="200000"/>
              <a:tabLst>
                <a:tab pos="353695" algn="l"/>
              </a:tabLst>
            </a:pPr>
            <a:r>
              <a:rPr sz="1600" b="1" i="1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sz="1600" b="1" i="1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1600" b="1" i="1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spc="120" dirty="0"/>
              <a:t> </a:t>
            </a:r>
            <a:r>
              <a:rPr lang="en-US" sz="1600" i="1" spc="45" dirty="0"/>
              <a:t> </a:t>
            </a:r>
            <a:r>
              <a:rPr lang="en-US" sz="1600" b="1" i="1" spc="45" dirty="0"/>
              <a:t>Tomato Leaf disease detection using CNN.</a:t>
            </a:r>
          </a:p>
          <a:p>
            <a:pPr marL="12700">
              <a:lnSpc>
                <a:spcPct val="150000"/>
              </a:lnSpc>
              <a:spcBef>
                <a:spcPts val="110"/>
              </a:spcBef>
              <a:buSzPct val="200000"/>
              <a:tabLst>
                <a:tab pos="353695" algn="l"/>
              </a:tabLst>
            </a:pPr>
            <a:endParaRPr lang="en-US" sz="1600" b="1" i="1" spc="45" dirty="0"/>
          </a:p>
          <a:p>
            <a:pPr marL="184150" indent="-171450">
              <a:lnSpc>
                <a:spcPct val="150000"/>
              </a:lnSpc>
              <a:spcBef>
                <a:spcPts val="110"/>
              </a:spcBef>
              <a:buSzPct val="200000"/>
              <a:buFont typeface="Arial" panose="020B0604020202020204" pitchFamily="34" charset="0"/>
              <a:buChar char="•"/>
              <a:tabLst>
                <a:tab pos="353695" algn="l"/>
              </a:tabLst>
            </a:pPr>
            <a:r>
              <a:rPr lang="en-US" sz="16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struggle to identify plant diseases early, leading to reduced agricultural productivity.</a:t>
            </a:r>
          </a:p>
          <a:p>
            <a:pPr marL="184150" indent="-171450">
              <a:lnSpc>
                <a:spcPct val="150000"/>
              </a:lnSpc>
              <a:spcBef>
                <a:spcPts val="110"/>
              </a:spcBef>
              <a:buSzPct val="200000"/>
              <a:buFont typeface="Arial" panose="020B0604020202020204" pitchFamily="34" charset="0"/>
              <a:buChar char="•"/>
              <a:tabLst>
                <a:tab pos="353695" algn="l"/>
              </a:tabLst>
            </a:pPr>
            <a:r>
              <a:rPr lang="en-US" sz="16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require expert knowledge and manual intervention, which are not scalable.</a:t>
            </a:r>
          </a:p>
          <a:p>
            <a:pPr marL="184150" indent="-171450">
              <a:lnSpc>
                <a:spcPct val="150000"/>
              </a:lnSpc>
              <a:spcBef>
                <a:spcPts val="110"/>
              </a:spcBef>
              <a:buSzPct val="200000"/>
              <a:buFont typeface="Arial" panose="020B0604020202020204" pitchFamily="34" charset="0"/>
              <a:buChar char="•"/>
              <a:tabLst>
                <a:tab pos="353695" algn="l"/>
              </a:tabLst>
            </a:pPr>
            <a:r>
              <a:rPr lang="en-US" sz="16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need for an automated, accurate, and cost-effective solution to detect tomato leaf diseases.</a:t>
            </a:r>
          </a:p>
          <a:p>
            <a:pPr marL="184150" indent="-171450">
              <a:lnSpc>
                <a:spcPct val="150000"/>
              </a:lnSpc>
              <a:spcBef>
                <a:spcPts val="110"/>
              </a:spcBef>
              <a:buSzPct val="200000"/>
              <a:buFont typeface="Arial" panose="020B0604020202020204" pitchFamily="34" charset="0"/>
              <a:buChar char="•"/>
              <a:tabLst>
                <a:tab pos="353695" algn="l"/>
              </a:tabLst>
            </a:pPr>
            <a:r>
              <a:rPr lang="en-US" sz="16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availability of real-time disease detection systems for farmers.</a:t>
            </a:r>
          </a:p>
          <a:p>
            <a:pPr marL="12700">
              <a:lnSpc>
                <a:spcPct val="150000"/>
              </a:lnSpc>
              <a:spcBef>
                <a:spcPts val="110"/>
              </a:spcBef>
              <a:buSzPct val="200000"/>
              <a:tabLst>
                <a:tab pos="353695" algn="l"/>
              </a:tabLst>
            </a:pPr>
            <a:endParaRPr lang="en-US" sz="1600" b="1" i="1" spc="4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7400" y="136525"/>
            <a:ext cx="4724400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sz="2600" b="1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  <a:r>
              <a:rPr lang="en-US" sz="2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(1/3)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4837B-A062-CE86-9CD8-923517541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</a:t>
            </a:fld>
            <a:endParaRPr lang="en-IN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07680" y="24383"/>
            <a:ext cx="997937" cy="1030224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C6CFBB7-47D7-3989-6135-6666528EF3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7085393"/>
              </p:ext>
            </p:extLst>
          </p:nvPr>
        </p:nvGraphicFramePr>
        <p:xfrm>
          <a:off x="762000" y="746125"/>
          <a:ext cx="7810500" cy="3941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14512733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516892736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96862264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531417105"/>
                    </a:ext>
                  </a:extLst>
                </a:gridCol>
              </a:tblGrid>
              <a:tr h="796308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No.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Title, Published Year, Author(s)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2274342"/>
                  </a:ext>
                </a:extLst>
              </a:tr>
              <a:tr h="159261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Plant Leaf disease detection system using deep learning </a:t>
                      </a:r>
                    </a:p>
                    <a:p>
                      <a:pPr algn="l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By Akshay M Joshi 2022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Automated Disease Detection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Expansion to Multiple Crops and Conditions</a:t>
                      </a:r>
                      <a:endParaRPr lang="en-IN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Enhancing Dataset Diversity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Addressing Environmental Variations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Implementing Continuous Learning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9140625"/>
                  </a:ext>
                </a:extLst>
              </a:tr>
              <a:tr h="134487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800"/>
                        </a:spcAft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PLANT LEAF DISEASE IMAGE DETECTION AND CLASSIFICATION USING ANN</a:t>
                      </a:r>
                    </a:p>
                    <a:p>
                      <a:pPr algn="l">
                        <a:lnSpc>
                          <a:spcPct val="107000"/>
                        </a:lnSpc>
                        <a:spcBef>
                          <a:spcPts val="900"/>
                        </a:spcBef>
                        <a:spcAft>
                          <a:spcPts val="800"/>
                        </a:spcAft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By </a:t>
                      </a:r>
                      <a:r>
                        <a:rPr lang="en-IN" sz="14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Mrs.A.Anitharani</a:t>
                      </a: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2023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07000"/>
                        </a:lnSpc>
                        <a:spcBef>
                          <a:spcPts val="1800"/>
                        </a:spcBef>
                        <a:spcAft>
                          <a:spcPts val="6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Efficient Classification Using ANN</a:t>
                      </a:r>
                    </a:p>
                    <a:p>
                      <a:pPr marL="342900" lvl="0" indent="-342900" algn="l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6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Automated Disease Identification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07000"/>
                        </a:lnSpc>
                        <a:buFont typeface="Symbol" panose="05050102010706020507" pitchFamily="18" charset="2"/>
                        <a:buChar char=""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Limited Dataset Scope</a:t>
                      </a:r>
                    </a:p>
                    <a:p>
                      <a:pPr marL="342900" lvl="0" indent="-3429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Reliance on Basic ANN Architecture</a:t>
                      </a:r>
                    </a:p>
                    <a:p>
                      <a:pPr marL="342900" lvl="0" indent="-3429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Absence of Real-world Testing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82167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07680" y="24383"/>
            <a:ext cx="997937" cy="1030224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DF9A1CF-F903-2481-4822-D63E76ED89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38883"/>
              </p:ext>
            </p:extLst>
          </p:nvPr>
        </p:nvGraphicFramePr>
        <p:xfrm>
          <a:off x="723900" y="731002"/>
          <a:ext cx="7696200" cy="38415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309662455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641212871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1897204906"/>
                    </a:ext>
                  </a:extLst>
                </a:gridCol>
                <a:gridCol w="1924050">
                  <a:extLst>
                    <a:ext uri="{9D8B030D-6E8A-4147-A177-3AD203B41FA5}">
                      <a16:colId xmlns:a16="http://schemas.microsoft.com/office/drawing/2014/main" val="2270721076"/>
                    </a:ext>
                  </a:extLst>
                </a:gridCol>
              </a:tblGrid>
              <a:tr h="162508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03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IN" sz="16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Plant Leaf Disease Detection Using Image Processing 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By Md. </a:t>
                      </a:r>
                      <a:r>
                        <a:rPr lang="en-IN" sz="1600" kern="1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Nabobi</a:t>
                      </a:r>
                      <a:r>
                        <a:rPr lang="en-IN" sz="16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Hasan-16 October 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6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IN" sz="16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Comprehensive Literature Review</a:t>
                      </a:r>
                    </a:p>
                    <a:p>
                      <a:pPr marL="342900" lvl="0" indent="-342900" algn="l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6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IN" sz="16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Comparison of Multiple Methods</a:t>
                      </a:r>
                    </a:p>
                    <a:p>
                      <a:pPr marL="342900" lvl="0" indent="-342900" algn="l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6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IN" sz="160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Focus on image preprocessing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600" b="0" i="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Limited Dataset Diversity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Sensitivity to Environmental Factors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Feature Selection Limitations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9687525"/>
                  </a:ext>
                </a:extLst>
              </a:tr>
              <a:tr h="199303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04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IN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Detection and identification of plant leaf diseases using YOLOv4</a:t>
                      </a:r>
                    </a:p>
                    <a:p>
                      <a:pPr algn="l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800"/>
                        </a:spcAft>
                      </a:pPr>
                      <a:r>
                        <a:rPr lang="en-IN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By Eman Abdullaha-22 April 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6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IN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Disease Detection</a:t>
                      </a:r>
                    </a:p>
                    <a:p>
                      <a:pPr marL="342900" lvl="0" indent="-342900" algn="l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6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IN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 Accuracy and 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07000"/>
                        </a:lnSpc>
                        <a:buFont typeface="Symbol" panose="05050102010706020507" pitchFamily="18" charset="2"/>
                        <a:buChar char=""/>
                      </a:pPr>
                      <a:r>
                        <a:rPr lang="en-IN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Dataset Generalizability</a:t>
                      </a:r>
                    </a:p>
                    <a:p>
                      <a:pPr marL="342900" lvl="0" indent="-342900" algn="l">
                        <a:lnSpc>
                          <a:spcPct val="107000"/>
                        </a:lnSpc>
                        <a:buFont typeface="Symbol" panose="05050102010706020507" pitchFamily="18" charset="2"/>
                        <a:buChar char=""/>
                      </a:pPr>
                      <a:r>
                        <a:rPr lang="en-IN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Focus on Specific Diseases</a:t>
                      </a:r>
                    </a:p>
                    <a:p>
                      <a:pPr marL="342900" lvl="0" indent="-3429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IN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Lack of Severity Analysis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1923452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5E24A5-1E76-1FDC-C549-B1EB25F57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</a:t>
            </a:fld>
            <a:endParaRPr lang="en-IN"/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40793421-34B1-7C63-B93D-68AD13677507}"/>
              </a:ext>
            </a:extLst>
          </p:cNvPr>
          <p:cNvSpPr txBox="1">
            <a:spLocks/>
          </p:cNvSpPr>
          <p:nvPr/>
        </p:nvSpPr>
        <p:spPr>
          <a:xfrm>
            <a:off x="3048000" y="195804"/>
            <a:ext cx="3505200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Georgia"/>
                <a:ea typeface="+mj-ea"/>
                <a:cs typeface="Georgia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IN" sz="2600" b="1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(2/3)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AB34F-7AE3-F0FE-E2E2-CDF99BBE2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B9BB827D-A363-B0E1-794A-2FEB8CEBA56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07680" y="24383"/>
            <a:ext cx="997937" cy="1030224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170373C-99D0-B46B-E1F9-2008BDFAA9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866600"/>
              </p:ext>
            </p:extLst>
          </p:nvPr>
        </p:nvGraphicFramePr>
        <p:xfrm>
          <a:off x="609600" y="822325"/>
          <a:ext cx="7848601" cy="39724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9108">
                  <a:extLst>
                    <a:ext uri="{9D8B030D-6E8A-4147-A177-3AD203B41FA5}">
                      <a16:colId xmlns:a16="http://schemas.microsoft.com/office/drawing/2014/main" val="4283645475"/>
                    </a:ext>
                  </a:extLst>
                </a:gridCol>
                <a:gridCol w="2195081">
                  <a:extLst>
                    <a:ext uri="{9D8B030D-6E8A-4147-A177-3AD203B41FA5}">
                      <a16:colId xmlns:a16="http://schemas.microsoft.com/office/drawing/2014/main" val="641212871"/>
                    </a:ext>
                  </a:extLst>
                </a:gridCol>
                <a:gridCol w="2396808">
                  <a:extLst>
                    <a:ext uri="{9D8B030D-6E8A-4147-A177-3AD203B41FA5}">
                      <a16:colId xmlns:a16="http://schemas.microsoft.com/office/drawing/2014/main" val="1897204906"/>
                    </a:ext>
                  </a:extLst>
                </a:gridCol>
                <a:gridCol w="2237604">
                  <a:extLst>
                    <a:ext uri="{9D8B030D-6E8A-4147-A177-3AD203B41FA5}">
                      <a16:colId xmlns:a16="http://schemas.microsoft.com/office/drawing/2014/main" val="2270721076"/>
                    </a:ext>
                  </a:extLst>
                </a:gridCol>
              </a:tblGrid>
              <a:tr h="1792335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05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IN" sz="16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Plant Disease Detection Using Image Processing and Machine Learning</a:t>
                      </a:r>
                    </a:p>
                    <a:p>
                      <a:pPr algn="l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800"/>
                        </a:spcAft>
                      </a:pPr>
                      <a:r>
                        <a:rPr lang="en-IN" sz="16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By Pranesh Kulkarni</a:t>
                      </a:r>
                      <a:endParaRPr lang="en-IN" sz="1600" b="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6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IN" sz="16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Integration of Machine Learning and Image Processing</a:t>
                      </a:r>
                    </a:p>
                    <a:p>
                      <a:pPr marL="342900" lvl="0" indent="-342900" algn="l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6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IN" sz="16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Focus on Preprocessing Techniques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07000"/>
                        </a:lnSpc>
                        <a:spcBef>
                          <a:spcPts val="200"/>
                        </a:spcBef>
                        <a:buFont typeface="Symbol" panose="05050102010706020507" pitchFamily="18" charset="2"/>
                        <a:buChar char=""/>
                      </a:pPr>
                      <a:r>
                        <a:rPr lang="en-IN" sz="16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Dataset Diversity Issues</a:t>
                      </a:r>
                    </a:p>
                    <a:p>
                      <a:pPr marL="342900" lvl="0" indent="-342900" algn="l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IN" sz="16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Limited Real-World Testing</a:t>
                      </a:r>
                    </a:p>
                    <a:p>
                      <a:pPr marL="342900" lvl="0" indent="-342900" algn="l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IN" sz="16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Absence of Disease </a:t>
                      </a:r>
                      <a:r>
                        <a:rPr lang="en-IN" sz="1600" b="0" kern="1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Servity</a:t>
                      </a:r>
                      <a:endParaRPr lang="en-IN" sz="16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9687525"/>
                  </a:ext>
                </a:extLst>
              </a:tr>
              <a:tr h="21747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06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Early detection and classification of tomato leaf disease using high-performance deep neural network</a:t>
                      </a:r>
                    </a:p>
                    <a:p>
                      <a:pPr algn="ctr"/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NK Trivedi, V Gautam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Collected and preprocessed tomato leaf images to enhance feature extraction. Developed and trained a CNN model to classify diseases with high accuracy.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study highlights the necessity for early and accurate detection </a:t>
                      </a:r>
                    </a:p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real-time application and scalability to larger datasets.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1923452"/>
                  </a:ext>
                </a:extLst>
              </a:tr>
            </a:tbl>
          </a:graphicData>
        </a:graphic>
      </p:graphicFrame>
      <p:sp>
        <p:nvSpPr>
          <p:cNvPr id="8" name="object 2">
            <a:extLst>
              <a:ext uri="{FF2B5EF4-FFF2-40B4-BE49-F238E27FC236}">
                <a16:creationId xmlns:a16="http://schemas.microsoft.com/office/drawing/2014/main" id="{DA3D2FDF-4AAC-045D-0536-5C7E835EBB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7800" y="171547"/>
            <a:ext cx="4800600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sz="2600" b="1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  <a:r>
              <a:rPr lang="en-US" sz="2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(3/3)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83D28-5096-01D7-4C75-AFE526A1B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6885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8824B-E7F5-F0E7-C5D3-D8F489FB7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5E7FF21-564D-170A-D6BF-0BBA3C898E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34945"/>
            <a:ext cx="302704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Motivations: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BFC20-E74D-6177-426D-7F1A3868F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8</a:t>
            </a:fld>
            <a:endParaRPr lang="en-IN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6C130878-835F-DD18-C22C-C8F46DB5A9F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07680" y="24383"/>
            <a:ext cx="997937" cy="10302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39E08E-F7EC-0F46-C9E3-518518C8D732}"/>
              </a:ext>
            </a:extLst>
          </p:cNvPr>
          <p:cNvSpPr txBox="1"/>
          <p:nvPr/>
        </p:nvSpPr>
        <p:spPr>
          <a:xfrm>
            <a:off x="1066800" y="1127125"/>
            <a:ext cx="6934200" cy="3366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increasing global demand for food security necessitates innovative solutions in agriculture.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Deep Learning provides high accuracy in image-based classification.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availability of large-scale datasets and computational power enables better model training.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Potential impact: Helping farmers take preventive measures and minimize crop losses.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992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07680" y="24383"/>
            <a:ext cx="997937" cy="1030224"/>
          </a:xfrm>
          <a:prstGeom prst="rect">
            <a:avLst/>
          </a:prstGeom>
        </p:spPr>
      </p:pic>
      <p:sp>
        <p:nvSpPr>
          <p:cNvPr id="39" name="object 2"/>
          <p:cNvSpPr txBox="1">
            <a:spLocks noGrp="1"/>
          </p:cNvSpPr>
          <p:nvPr>
            <p:ph type="title"/>
          </p:nvPr>
        </p:nvSpPr>
        <p:spPr>
          <a:xfrm>
            <a:off x="685800" y="136525"/>
            <a:ext cx="4781889" cy="694471"/>
          </a:xfrm>
          <a:prstGeom prst="rect">
            <a:avLst/>
          </a:prstGeom>
        </p:spPr>
        <p:txBody>
          <a:bodyPr vert="horz" wrap="square" lIns="0" tIns="291515" rIns="0" bIns="0" rtlCol="0">
            <a:spAutoFit/>
          </a:bodyPr>
          <a:lstStyle/>
          <a:p>
            <a:pPr marL="83185">
              <a:lnSpc>
                <a:spcPct val="100000"/>
              </a:lnSpc>
              <a:spcBef>
                <a:spcPts val="105"/>
              </a:spcBef>
            </a:pPr>
            <a:r>
              <a:rPr lang="en-US" sz="2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sz="26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A74F2A-785E-F971-9C63-B8A322A5C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9</a:t>
            </a:fld>
            <a:endParaRPr lang="en-IN"/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BC20FD0A-17AE-E5C6-0AC9-EA590523A5AD}"/>
              </a:ext>
            </a:extLst>
          </p:cNvPr>
          <p:cNvGraphicFramePr/>
          <p:nvPr/>
        </p:nvGraphicFramePr>
        <p:xfrm>
          <a:off x="800488" y="902533"/>
          <a:ext cx="4572000" cy="42473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23670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76871-6BF2-241A-4B2E-4779CEB98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534" y="288925"/>
            <a:ext cx="4119143" cy="430887"/>
          </a:xfrm>
        </p:spPr>
        <p:txBody>
          <a:bodyPr>
            <a:normAutofit fontScale="90000"/>
          </a:bodyPr>
          <a:lstStyle/>
          <a:p>
            <a:r>
              <a:rPr lang="en-IN" dirty="0"/>
              <a:t>Results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924C2F-68C6-15B6-7C26-7F4C1987D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050925"/>
            <a:ext cx="6451905" cy="2590800"/>
          </a:xfrm>
        </p:spPr>
        <p:txBody>
          <a:bodyPr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was trained on a dataset of tomato leaf images.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high accuracy (e.g., 95%+) in classifying different diseases.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real-time prediction capability using a Flask-based web interface.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existing methods: Higher accuracy and faster prediction time.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8D30B9-AE83-E954-1E17-6EE775727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9799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C2FCFE-6A3E-47A2-CE7A-429F8A373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11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91A820-3E75-6541-BE9B-ACBF8DAA7D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218" y="441325"/>
            <a:ext cx="6035563" cy="336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773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CB8945-1EE0-5522-CA23-D0F9D75F2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12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12E366-A475-BA65-F7CD-F3A14F631D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415" y="398906"/>
            <a:ext cx="2369615" cy="36417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EA35D6-6EEA-5C85-1EAB-BB3B93CEE5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224" y="398906"/>
            <a:ext cx="2090744" cy="371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781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61540-C99A-B23B-AB92-932366487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531" y="326593"/>
            <a:ext cx="4119143" cy="430887"/>
          </a:xfrm>
        </p:spPr>
        <p:txBody>
          <a:bodyPr>
            <a:normAutofit fontScale="90000"/>
          </a:bodyPr>
          <a:lstStyle/>
          <a:p>
            <a:r>
              <a:rPr lang="en-US" dirty="0"/>
              <a:t>ALGORITHM: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4FF8F6-5B0B-4472-C024-1D240E2A8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13</a:t>
            </a:fld>
            <a:endParaRPr lang="en-IN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63146B02-E6A0-DF3B-78BC-BF23D891FAA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07680" y="24383"/>
            <a:ext cx="997937" cy="10302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543D94-12A2-C3F6-D371-416CE92844DB}"/>
              </a:ext>
            </a:extLst>
          </p:cNvPr>
          <p:cNvSpPr txBox="1"/>
          <p:nvPr/>
        </p:nvSpPr>
        <p:spPr>
          <a:xfrm>
            <a:off x="533400" y="719438"/>
            <a:ext cx="390527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Live webcam feed Eye Aspect Ratio Calculation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Drowsiness detection logic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Detection of drowsiness states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Alert system activation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5C65C7-DF54-2E79-C551-B9FCB425AE15}"/>
              </a:ext>
            </a:extLst>
          </p:cNvPr>
          <p:cNvSpPr txBox="1"/>
          <p:nvPr/>
        </p:nvSpPr>
        <p:spPr>
          <a:xfrm>
            <a:off x="4572000" y="673833"/>
            <a:ext cx="3905274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I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I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&amp; Clustering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I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Drowsiness Detection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5: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Generation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0605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07680" y="24383"/>
            <a:ext cx="997937" cy="1030224"/>
          </a:xfrm>
          <a:prstGeom prst="rect">
            <a:avLst/>
          </a:prstGeom>
        </p:spPr>
      </p:pic>
      <p:sp>
        <p:nvSpPr>
          <p:cNvPr id="39" name="object 2"/>
          <p:cNvSpPr txBox="1">
            <a:spLocks noGrp="1"/>
          </p:cNvSpPr>
          <p:nvPr>
            <p:ph type="title"/>
          </p:nvPr>
        </p:nvSpPr>
        <p:spPr>
          <a:xfrm>
            <a:off x="336396" y="108556"/>
            <a:ext cx="2483004" cy="694471"/>
          </a:xfrm>
          <a:prstGeom prst="rect">
            <a:avLst/>
          </a:prstGeom>
        </p:spPr>
        <p:txBody>
          <a:bodyPr vert="horz" wrap="square" lIns="0" tIns="291515" rIns="0" bIns="0" rtlCol="0">
            <a:spAutoFit/>
          </a:bodyPr>
          <a:lstStyle/>
          <a:p>
            <a:pPr marL="83185">
              <a:lnSpc>
                <a:spcPct val="100000"/>
              </a:lnSpc>
              <a:spcBef>
                <a:spcPts val="105"/>
              </a:spcBef>
            </a:pPr>
            <a:r>
              <a:rPr lang="en-US" sz="2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26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C8438A-BCF9-5F66-8279-2141D78C7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14</a:t>
            </a:fld>
            <a:endParaRPr lang="en-IN"/>
          </a:p>
        </p:txBody>
      </p:sp>
      <p:sp>
        <p:nvSpPr>
          <p:cNvPr id="7" name="object 4"/>
          <p:cNvSpPr txBox="1"/>
          <p:nvPr/>
        </p:nvSpPr>
        <p:spPr>
          <a:xfrm>
            <a:off x="381000" y="1023218"/>
            <a:ext cx="7924800" cy="12567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60070" indent="-285750" algn="just">
              <a:lnSpc>
                <a:spcPct val="150000"/>
              </a:lnSpc>
              <a:spcBef>
                <a:spcPts val="105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an AI-powered tomato leaf disease detection system.</a:t>
            </a:r>
          </a:p>
          <a:p>
            <a:pPr marL="560070" indent="-285750" algn="just">
              <a:lnSpc>
                <a:spcPct val="150000"/>
              </a:lnSpc>
              <a:spcBef>
                <a:spcPts val="105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effectively identifies and classifies tomato leaf diseases with high accuracy.</a:t>
            </a:r>
          </a:p>
          <a:p>
            <a:pPr marL="560070" indent="-285750" algn="just">
              <a:lnSpc>
                <a:spcPct val="150000"/>
              </a:lnSpc>
              <a:spcBef>
                <a:spcPts val="105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farmers make data-driven decisions for disease management.</a:t>
            </a:r>
          </a:p>
        </p:txBody>
      </p:sp>
    </p:spTree>
    <p:extLst>
      <p:ext uri="{BB962C8B-B14F-4D97-AF65-F5344CB8AC3E}">
        <p14:creationId xmlns:p14="http://schemas.microsoft.com/office/powerpoint/2010/main" val="370951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133E8-A0F2-49D2-000C-DC5F269A6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531" y="326593"/>
            <a:ext cx="4119143" cy="430887"/>
          </a:xfrm>
        </p:spPr>
        <p:txBody>
          <a:bodyPr>
            <a:normAutofit fontScale="90000"/>
          </a:bodyPr>
          <a:lstStyle/>
          <a:p>
            <a:r>
              <a:rPr lang="en-US" dirty="0"/>
              <a:t>Future Enhancements: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4D181-7BFF-5D9B-E156-CF45E61BC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095" y="1197076"/>
            <a:ext cx="8054975" cy="1894749"/>
          </a:xfrm>
        </p:spPr>
        <p:txBody>
          <a:bodyPr>
            <a:normAutofit fontScale="85000" lnSpcReduction="20000"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dataset to include more plant species and disease types.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model accuracy by experimenting with deeper architectures.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the system as a mobile application for better accessibility.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with IoT-based real-time monitoring systems.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F6FD96-1DD6-236E-111F-BB19B2970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18720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983" y="-154976"/>
            <a:ext cx="4119143" cy="694471"/>
          </a:xfrm>
          <a:prstGeom prst="rect">
            <a:avLst/>
          </a:prstGeom>
        </p:spPr>
        <p:txBody>
          <a:bodyPr vert="horz" wrap="square" lIns="0" tIns="291515" rIns="0" bIns="0" rtlCol="0">
            <a:spAutoFit/>
          </a:bodyPr>
          <a:lstStyle/>
          <a:p>
            <a:pPr marL="83185">
              <a:lnSpc>
                <a:spcPct val="100000"/>
              </a:lnSpc>
              <a:spcBef>
                <a:spcPts val="105"/>
              </a:spcBef>
            </a:pPr>
            <a:r>
              <a:rPr sz="2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485C7-FCF0-0A9F-E3E8-2DA3B38A2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16</a:t>
            </a:fld>
            <a:endParaRPr lang="en-IN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07680" y="24383"/>
            <a:ext cx="997937" cy="10302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80BFD75-0246-2AC0-36D7-46F732876114}"/>
              </a:ext>
            </a:extLst>
          </p:cNvPr>
          <p:cNvSpPr txBox="1"/>
          <p:nvPr/>
        </p:nvSpPr>
        <p:spPr>
          <a:xfrm>
            <a:off x="381000" y="898526"/>
            <a:ext cx="8610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/>
            <a:endParaRPr lang="en-IN" sz="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marR="0" lvl="0" indent="-342900" algn="just">
              <a:buFont typeface="+mj-lt"/>
              <a:buAutoNum type="arabicPeriod"/>
              <a:tabLst>
                <a:tab pos="1425575" algn="l"/>
              </a:tabLst>
            </a:pPr>
            <a:endParaRPr lang="en-IN" sz="10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endParaRPr lang="en-IN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7D6E58F-C25B-B7E2-B5CA-269819A7E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983" y="485479"/>
            <a:ext cx="8534400" cy="4732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8600" marR="0" lvl="0" indent="-2286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S. Park, F. Pan, S. Kang, and D. C. Yoo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"Driver drowsiness detection system based on feature representation learning using various deep networks," in 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Proc. Asian Conf. 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Vis. In Lecture Notes in Computer Science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C.-S. Chen, J. Lu, and K.-K. Ma, Eds. Cham, Switzerland: Springer, 2017, pp. 154–164. </a:t>
            </a:r>
          </a:p>
          <a:p>
            <a:pPr marL="228600" indent="-228600" algn="just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S. Khare, S. </a:t>
            </a: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Palakkal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T. V. Hari Krishnan, C. Seo, Y. Kim, S. Yun, and S. Parameswaran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"Real-time driver drowsiness detection using deep learning and heterogeneous computing on embedded system," in 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and Image Processing (Communications in Computer and Information Science)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N. Nain, S. K.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Vipparthi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B. Raman, Eds. Cham, Switzerland: Springer, 2020, pp. 86–97. </a:t>
            </a:r>
          </a:p>
          <a:p>
            <a:pPr marL="228600" indent="-228600" algn="just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M. R. Carlos, L. C. González, J. </a:t>
            </a: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Wahlström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G. Ramírez, F. Martínez, and G. </a:t>
            </a: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Runger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"How smartphone accelerometers reveal aggressive driving behavior?—The key is the representation," 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IEEE Trans. 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Intell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Transp. Syst.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21, no. 8, pp. 3377–3387, Aug. 2020.</a:t>
            </a:r>
          </a:p>
          <a:p>
            <a:pPr marL="228600" indent="-228600" algn="just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J. Xu, S. Pan, P. Z. H. Sun, S. H. Park, and K. Guo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"Human-factors in-driving loop: Driver identification and verification via a deep learning approach using psychological behavioral data," 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IEEE Trans. 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Intell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Transp. Syst.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early access, Dec. 26, 2023,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10.1109/TITS.2022.3225782 .</a:t>
            </a:r>
            <a:r>
              <a:rPr lang="en-US" sz="1100" b="1" dirty="0"/>
              <a:t> </a:t>
            </a:r>
          </a:p>
          <a:p>
            <a:pPr marL="228600" indent="-228600" algn="just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1100" b="1" dirty="0"/>
              <a:t>J. Lyu, Z. Yuan, and D. Chen</a:t>
            </a:r>
            <a:r>
              <a:rPr lang="en-US" sz="1100" dirty="0"/>
              <a:t>, "Long-term multi-granularity deep framework for driver drowsiness detection," </a:t>
            </a:r>
            <a:r>
              <a:rPr lang="en-US" sz="1100" i="1" dirty="0" err="1"/>
              <a:t>CoRR</a:t>
            </a:r>
            <a:r>
              <a:rPr lang="en-US" sz="1100" dirty="0"/>
              <a:t>, vol. abs/1801.02325, 2018.</a:t>
            </a:r>
          </a:p>
          <a:p>
            <a:pPr marL="228600" indent="-228600" algn="just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1100" b="1" dirty="0"/>
              <a:t>J. W. Baek, B.-G. Han, K.-J. Kim, Y.-S. Chung, and S.-I. Lee</a:t>
            </a:r>
            <a:r>
              <a:rPr lang="en-IN" sz="1100" dirty="0"/>
              <a:t>, "Real time drowsiness detection algorithm for driver state monitoring systems," in </a:t>
            </a:r>
            <a:r>
              <a:rPr lang="en-IN" sz="1100" i="1" dirty="0"/>
              <a:t>Proc. 10th Int. Conf. Ubiquitous Future </a:t>
            </a:r>
            <a:r>
              <a:rPr lang="en-IN" sz="1100" i="1" dirty="0" err="1"/>
              <a:t>Netw</a:t>
            </a:r>
            <a:r>
              <a:rPr lang="en-IN" sz="1100" i="1" dirty="0"/>
              <a:t>. (ICUFN)</a:t>
            </a:r>
            <a:r>
              <a:rPr lang="en-IN" sz="1100" dirty="0"/>
              <a:t>, Jul. 2018, pp. 73–75.</a:t>
            </a:r>
          </a:p>
          <a:p>
            <a:pPr marL="228600" indent="-228600" algn="just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1100" b="1" dirty="0"/>
              <a:t> M. Hashemi, B. Farahani, and F. </a:t>
            </a:r>
            <a:r>
              <a:rPr lang="en-IN" sz="1100" b="1" dirty="0" err="1"/>
              <a:t>Firouzi</a:t>
            </a:r>
            <a:r>
              <a:rPr lang="en-IN" sz="1100" dirty="0"/>
              <a:t>, "Towards safer roads: A deep learning-based multimodal fatigue monitoring system," in </a:t>
            </a:r>
            <a:r>
              <a:rPr lang="en-IN" sz="1100" i="1" dirty="0"/>
              <a:t>Proc. Int. Conf. Omni Layer </a:t>
            </a:r>
            <a:r>
              <a:rPr lang="en-IN" sz="1100" i="1" dirty="0" err="1"/>
              <a:t>Intell</a:t>
            </a:r>
            <a:r>
              <a:rPr lang="en-IN" sz="1100" i="1" dirty="0"/>
              <a:t>. Syst. (COINS)</a:t>
            </a:r>
            <a:r>
              <a:rPr lang="en-IN" sz="1100" dirty="0"/>
              <a:t>, Aug. 2020, pp. 1–8.</a:t>
            </a:r>
          </a:p>
          <a:p>
            <a:pPr marL="228600" marR="0" lvl="0" indent="-2286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IN" sz="1000" b="1" dirty="0"/>
              <a:t>B. Reddy, Y.-H. Kim, S. Yun, C. Seo, and J. Jang</a:t>
            </a:r>
            <a:r>
              <a:rPr lang="en-IN" sz="1000" dirty="0"/>
              <a:t>, "Real-time driver drowsiness detection for embedded system using model compression of deep neural networks," in </a:t>
            </a:r>
            <a:r>
              <a:rPr lang="en-IN" sz="1000" i="1" dirty="0"/>
              <a:t>Proc. IEEE Conf. </a:t>
            </a:r>
            <a:r>
              <a:rPr lang="en-IN" sz="1000" i="1" dirty="0" err="1"/>
              <a:t>Comput</a:t>
            </a:r>
            <a:r>
              <a:rPr lang="en-IN" sz="1000" i="1" dirty="0"/>
              <a:t>. Vis. Pattern Recognition. Workshops (CVPRW)</a:t>
            </a:r>
            <a:r>
              <a:rPr lang="en-IN" sz="1000" dirty="0"/>
              <a:t>, Jul. 2017, pp. 438–445.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9531" y="326593"/>
            <a:ext cx="2804669" cy="41421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1A1A8FF-7FD3-6F43-00E9-40D6B4127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531" y="898525"/>
            <a:ext cx="8522539" cy="323165"/>
          </a:xfrm>
        </p:spPr>
        <p:txBody>
          <a:bodyPr/>
          <a:lstStyle/>
          <a:p>
            <a:pPr>
              <a:buNone/>
            </a:pPr>
            <a:endParaRPr lang="en-US" spc="-1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>
              <a:buNone/>
            </a:pP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353A5-F52C-CC9B-39E1-148547B68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17</a:t>
            </a:fld>
            <a:endParaRPr lang="en-IN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07680" y="24383"/>
            <a:ext cx="997937" cy="1030224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A209C287-FF6F-3B82-9CC8-B98CFC690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924" y="1022917"/>
            <a:ext cx="7464730" cy="2554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9.    H. Iwamoto, K. Hori, K. Fujiwara, and M. Kano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"Real-driving-implementable drowsy driving detection method using heart rate        variability based on long short-term memory and autoencoder," </a:t>
            </a:r>
            <a:r>
              <a:rPr kumimoji="0" lang="en-US" altLang="en-US" sz="105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IFAC-</a:t>
            </a:r>
            <a:r>
              <a:rPr kumimoji="0" lang="en-US" altLang="en-US" sz="105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PapersOnLine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54, no. 15, pp. 526-531, 2021.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10.   H. </a:t>
            </a:r>
            <a:r>
              <a:rPr kumimoji="0" lang="en-US" altLang="en-US" sz="10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Lamaazi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R. </a:t>
            </a:r>
            <a:r>
              <a:rPr kumimoji="0" lang="en-US" altLang="en-US" sz="10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Mizouni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H. </a:t>
            </a:r>
            <a:r>
              <a:rPr kumimoji="0" lang="en-US" altLang="en-US" sz="10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Otrok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S. Singh, and E. Damiani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"Smart-3DM: Data-driven decision making using smart edge computing in hetero-crowdsensing environment," </a:t>
            </a:r>
            <a:r>
              <a:rPr kumimoji="0" lang="en-US" altLang="en-US" sz="105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Gener. </a:t>
            </a:r>
            <a:r>
              <a:rPr kumimoji="0" lang="en-US" altLang="en-US" sz="105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kumimoji="0" lang="en-US" altLang="en-US" sz="105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Syst.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131, pp. 151-165, Jun. 2022.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11.  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K. Hussein, T. M. Salman, A. H. Miry, and M. A. Subhi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"Driver drowsiness detection techniques: A survey," </a:t>
            </a:r>
            <a:r>
              <a:rPr lang="en-IN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1st Babylon Int. Conf. Inf. Technol. Sci. (BICITS)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pp. 45-51, Apr. 2021.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 J. Lyu, Z. Yuan, and D. Chen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"Long-term multi-granularity deep framework for driver drowsiness detection," </a:t>
            </a:r>
            <a:r>
              <a:rPr lang="en-US" sz="11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CoRR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abs/1801.02325, 2018.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 M. Hashemi, B. Farahani, and F. </a:t>
            </a:r>
            <a:r>
              <a:rPr lang="en-IN" sz="1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Firouzi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"Towards safer roads: A deep learning-based multimodal fatigue monitoring system," </a:t>
            </a:r>
            <a:r>
              <a:rPr lang="en-IN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Int. Conf. Omni-Layer </a:t>
            </a:r>
            <a:r>
              <a:rPr lang="en-IN" sz="11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</a:t>
            </a:r>
            <a:r>
              <a:rPr lang="en-IN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Syst. (COINS)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pp. 1-8, Aug. 2020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650" y="2316302"/>
            <a:ext cx="255841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sz="30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353540-4853-8025-8D97-37883EF34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18</a:t>
            </a:fld>
            <a:endParaRPr lang="en-IN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16240" y="121919"/>
            <a:ext cx="997937" cy="10302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2868</TotalTime>
  <Words>1514</Words>
  <Application>Microsoft Office PowerPoint</Application>
  <PresentationFormat>Custom</PresentationFormat>
  <Paragraphs>176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Arial Black</vt:lpstr>
      <vt:lpstr>Calibri</vt:lpstr>
      <vt:lpstr>Gill Sans MT</vt:lpstr>
      <vt:lpstr>Microsoft Sans Serif</vt:lpstr>
      <vt:lpstr>Symbol</vt:lpstr>
      <vt:lpstr>Times New Roman</vt:lpstr>
      <vt:lpstr>Wingdings</vt:lpstr>
      <vt:lpstr>Parcel</vt:lpstr>
      <vt:lpstr>“ TOMATO LEAF DISEASE PREDICTION USING CNN ”</vt:lpstr>
      <vt:lpstr>Contents</vt:lpstr>
      <vt:lpstr>Introduction</vt:lpstr>
      <vt:lpstr>Problem Statement </vt:lpstr>
      <vt:lpstr>Literature Survey (1/3)</vt:lpstr>
      <vt:lpstr>PowerPoint Presentation</vt:lpstr>
      <vt:lpstr>Literature Survey (3/3)</vt:lpstr>
      <vt:lpstr>Motivations:</vt:lpstr>
      <vt:lpstr>System Architecture</vt:lpstr>
      <vt:lpstr>Results :</vt:lpstr>
      <vt:lpstr>PowerPoint Presentation</vt:lpstr>
      <vt:lpstr>PowerPoint Presentation</vt:lpstr>
      <vt:lpstr>ALGORITHM:</vt:lpstr>
      <vt:lpstr>Conclusion</vt:lpstr>
      <vt:lpstr>Future Enhancements:</vt:lpstr>
      <vt:lpstr>References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Feasibility Study</dc:title>
  <dc:creator>Administrator</dc:creator>
  <cp:lastModifiedBy>Nirmitha Shivakumar</cp:lastModifiedBy>
  <cp:revision>61</cp:revision>
  <dcterms:created xsi:type="dcterms:W3CDTF">2023-12-28T06:00:00Z</dcterms:created>
  <dcterms:modified xsi:type="dcterms:W3CDTF">2025-03-17T05:21:26Z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2023-12-26T00:00:00Z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2023-12-28T00:00:00Z</vt:filetime>
  </property>
  <property fmtid="{D5CDD505-2E9C-101B-9397-08002B2CF9AE}" pid="5" name="Producer">
    <vt:lpwstr>www.ilovepdf.com</vt:lpwstr>
  </property>
</Properties>
</file>